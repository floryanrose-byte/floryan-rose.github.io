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8" r:id="rId4"/>
    <p:sldId id="279" r:id="rId5"/>
    <p:sldId id="280" r:id="rId6"/>
    <p:sldId id="281" r:id="rId7"/>
    <p:sldId id="282" r:id="rId8"/>
    <p:sldId id="259" r:id="rId9"/>
    <p:sldId id="260" r:id="rId10"/>
    <p:sldId id="263" r:id="rId11"/>
    <p:sldId id="264" r:id="rId12"/>
    <p:sldId id="265" r:id="rId13"/>
    <p:sldId id="267" r:id="rId14"/>
    <p:sldId id="266" r:id="rId15"/>
    <p:sldId id="269" r:id="rId16"/>
    <p:sldId id="277" r:id="rId17"/>
    <p:sldId id="290" r:id="rId18"/>
    <p:sldId id="285" r:id="rId19"/>
    <p:sldId id="268" r:id="rId20"/>
    <p:sldId id="270" r:id="rId21"/>
    <p:sldId id="271" r:id="rId22"/>
    <p:sldId id="272" r:id="rId23"/>
    <p:sldId id="273" r:id="rId24"/>
    <p:sldId id="274" r:id="rId25"/>
    <p:sldId id="275" r:id="rId26"/>
    <p:sldId id="286" r:id="rId27"/>
    <p:sldId id="291" r:id="rId28"/>
    <p:sldId id="287" r:id="rId29"/>
    <p:sldId id="295" r:id="rId30"/>
    <p:sldId id="288" r:id="rId31"/>
    <p:sldId id="289" r:id="rId32"/>
    <p:sldId id="294" r:id="rId33"/>
    <p:sldId id="292" r:id="rId34"/>
    <p:sldId id="296" r:id="rId35"/>
    <p:sldId id="297" r:id="rId36"/>
    <p:sldId id="298" r:id="rId37"/>
    <p:sldId id="299" r:id="rId38"/>
    <p:sldId id="276" r:id="rId39"/>
    <p:sldId id="284"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00" d="100"/>
          <a:sy n="100" d="100"/>
        </p:scale>
        <p:origin x="990" y="276"/>
      </p:cViewPr>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e, Floryan" userId="3bf0c4aa-ed87-43da-ad81-7da83223b79b" providerId="ADAL" clId="{69AC5F5E-1AFB-44BF-98CB-C85429904402}"/>
    <pc:docChg chg="custSel delSld modSld">
      <pc:chgData name="Rose, Floryan" userId="3bf0c4aa-ed87-43da-ad81-7da83223b79b" providerId="ADAL" clId="{69AC5F5E-1AFB-44BF-98CB-C85429904402}" dt="2025-08-28T21:43:51.364" v="310" actId="20577"/>
      <pc:docMkLst>
        <pc:docMk/>
      </pc:docMkLst>
      <pc:sldChg chg="modSp mod">
        <pc:chgData name="Rose, Floryan" userId="3bf0c4aa-ed87-43da-ad81-7da83223b79b" providerId="ADAL" clId="{69AC5F5E-1AFB-44BF-98CB-C85429904402}" dt="2025-08-28T21:43:51.364" v="310" actId="20577"/>
        <pc:sldMkLst>
          <pc:docMk/>
          <pc:sldMk cId="3109595152" sldId="257"/>
        </pc:sldMkLst>
        <pc:spChg chg="mod">
          <ac:chgData name="Rose, Floryan" userId="3bf0c4aa-ed87-43da-ad81-7da83223b79b" providerId="ADAL" clId="{69AC5F5E-1AFB-44BF-98CB-C85429904402}" dt="2025-08-28T21:43:44.244" v="305" actId="20577"/>
          <ac:spMkLst>
            <pc:docMk/>
            <pc:sldMk cId="3109595152" sldId="257"/>
            <ac:spMk id="6" creationId="{323CA883-E59F-C674-432B-6674DAF2DC96}"/>
          </ac:spMkLst>
        </pc:spChg>
        <pc:spChg chg="mod">
          <ac:chgData name="Rose, Floryan" userId="3bf0c4aa-ed87-43da-ad81-7da83223b79b" providerId="ADAL" clId="{69AC5F5E-1AFB-44BF-98CB-C85429904402}" dt="2025-08-28T21:43:51.364" v="310" actId="20577"/>
          <ac:spMkLst>
            <pc:docMk/>
            <pc:sldMk cId="3109595152" sldId="257"/>
            <ac:spMk id="11" creationId="{3B301CCA-ECC0-10A2-6990-38E40D84B0D7}"/>
          </ac:spMkLst>
        </pc:spChg>
      </pc:sldChg>
      <pc:sldChg chg="modSp mod">
        <pc:chgData name="Rose, Floryan" userId="3bf0c4aa-ed87-43da-ad81-7da83223b79b" providerId="ADAL" clId="{69AC5F5E-1AFB-44BF-98CB-C85429904402}" dt="2025-08-28T21:37:48.944" v="177" actId="20577"/>
        <pc:sldMkLst>
          <pc:docMk/>
          <pc:sldMk cId="2323947391" sldId="259"/>
        </pc:sldMkLst>
        <pc:spChg chg="mod">
          <ac:chgData name="Rose, Floryan" userId="3bf0c4aa-ed87-43da-ad81-7da83223b79b" providerId="ADAL" clId="{69AC5F5E-1AFB-44BF-98CB-C85429904402}" dt="2025-08-28T21:37:48.944" v="177" actId="20577"/>
          <ac:spMkLst>
            <pc:docMk/>
            <pc:sldMk cId="2323947391" sldId="259"/>
            <ac:spMk id="6" creationId="{BCC2F047-E44C-FA27-280F-78211E7216A8}"/>
          </ac:spMkLst>
        </pc:spChg>
      </pc:sldChg>
      <pc:sldChg chg="modSp mod">
        <pc:chgData name="Rose, Floryan" userId="3bf0c4aa-ed87-43da-ad81-7da83223b79b" providerId="ADAL" clId="{69AC5F5E-1AFB-44BF-98CB-C85429904402}" dt="2025-08-28T21:37:56.667" v="180" actId="20577"/>
        <pc:sldMkLst>
          <pc:docMk/>
          <pc:sldMk cId="2834517404" sldId="260"/>
        </pc:sldMkLst>
        <pc:spChg chg="mod">
          <ac:chgData name="Rose, Floryan" userId="3bf0c4aa-ed87-43da-ad81-7da83223b79b" providerId="ADAL" clId="{69AC5F5E-1AFB-44BF-98CB-C85429904402}" dt="2025-08-28T21:37:56.667" v="180" actId="20577"/>
          <ac:spMkLst>
            <pc:docMk/>
            <pc:sldMk cId="2834517404" sldId="260"/>
            <ac:spMk id="11" creationId="{B08B9C70-E504-3C16-61E1-358A138DBD65}"/>
          </ac:spMkLst>
        </pc:spChg>
      </pc:sldChg>
      <pc:sldChg chg="modSp mod">
        <pc:chgData name="Rose, Floryan" userId="3bf0c4aa-ed87-43da-ad81-7da83223b79b" providerId="ADAL" clId="{69AC5F5E-1AFB-44BF-98CB-C85429904402}" dt="2025-08-28T21:38:02.527" v="182" actId="20577"/>
        <pc:sldMkLst>
          <pc:docMk/>
          <pc:sldMk cId="3160956958" sldId="263"/>
        </pc:sldMkLst>
        <pc:spChg chg="mod">
          <ac:chgData name="Rose, Floryan" userId="3bf0c4aa-ed87-43da-ad81-7da83223b79b" providerId="ADAL" clId="{69AC5F5E-1AFB-44BF-98CB-C85429904402}" dt="2025-08-28T21:38:02.527" v="182" actId="20577"/>
          <ac:spMkLst>
            <pc:docMk/>
            <pc:sldMk cId="3160956958" sldId="263"/>
            <ac:spMk id="13" creationId="{18EF5D24-D749-EC2C-D3E7-E654E5748311}"/>
          </ac:spMkLst>
        </pc:spChg>
      </pc:sldChg>
      <pc:sldChg chg="modSp mod">
        <pc:chgData name="Rose, Floryan" userId="3bf0c4aa-ed87-43da-ad81-7da83223b79b" providerId="ADAL" clId="{69AC5F5E-1AFB-44BF-98CB-C85429904402}" dt="2025-08-28T21:38:07.794" v="184" actId="20577"/>
        <pc:sldMkLst>
          <pc:docMk/>
          <pc:sldMk cId="279020826" sldId="264"/>
        </pc:sldMkLst>
        <pc:spChg chg="mod">
          <ac:chgData name="Rose, Floryan" userId="3bf0c4aa-ed87-43da-ad81-7da83223b79b" providerId="ADAL" clId="{69AC5F5E-1AFB-44BF-98CB-C85429904402}" dt="2025-08-28T21:38:07.794" v="184" actId="20577"/>
          <ac:spMkLst>
            <pc:docMk/>
            <pc:sldMk cId="279020826" sldId="264"/>
            <ac:spMk id="16" creationId="{10366247-BDF4-BBD8-6D66-C7A8D6165194}"/>
          </ac:spMkLst>
        </pc:spChg>
      </pc:sldChg>
      <pc:sldChg chg="modSp mod">
        <pc:chgData name="Rose, Floryan" userId="3bf0c4aa-ed87-43da-ad81-7da83223b79b" providerId="ADAL" clId="{69AC5F5E-1AFB-44BF-98CB-C85429904402}" dt="2025-08-28T21:38:13.978" v="186" actId="20577"/>
        <pc:sldMkLst>
          <pc:docMk/>
          <pc:sldMk cId="2805103171" sldId="265"/>
        </pc:sldMkLst>
        <pc:spChg chg="mod">
          <ac:chgData name="Rose, Floryan" userId="3bf0c4aa-ed87-43da-ad81-7da83223b79b" providerId="ADAL" clId="{69AC5F5E-1AFB-44BF-98CB-C85429904402}" dt="2025-08-28T21:38:13.978" v="186" actId="20577"/>
          <ac:spMkLst>
            <pc:docMk/>
            <pc:sldMk cId="2805103171" sldId="265"/>
            <ac:spMk id="6" creationId="{A66BAA21-DC6F-B6EF-F43D-0EA15A8954AF}"/>
          </ac:spMkLst>
        </pc:spChg>
      </pc:sldChg>
      <pc:sldChg chg="modSp mod">
        <pc:chgData name="Rose, Floryan" userId="3bf0c4aa-ed87-43da-ad81-7da83223b79b" providerId="ADAL" clId="{69AC5F5E-1AFB-44BF-98CB-C85429904402}" dt="2025-08-28T21:38:23.997" v="190" actId="20577"/>
        <pc:sldMkLst>
          <pc:docMk/>
          <pc:sldMk cId="1478282030" sldId="266"/>
        </pc:sldMkLst>
        <pc:spChg chg="mod">
          <ac:chgData name="Rose, Floryan" userId="3bf0c4aa-ed87-43da-ad81-7da83223b79b" providerId="ADAL" clId="{69AC5F5E-1AFB-44BF-98CB-C85429904402}" dt="2025-08-28T21:38:23.997" v="190" actId="20577"/>
          <ac:spMkLst>
            <pc:docMk/>
            <pc:sldMk cId="1478282030" sldId="266"/>
            <ac:spMk id="6" creationId="{D8E074CE-8E14-3247-3FA0-8A87A5313BCC}"/>
          </ac:spMkLst>
        </pc:spChg>
      </pc:sldChg>
      <pc:sldChg chg="modSp mod">
        <pc:chgData name="Rose, Floryan" userId="3bf0c4aa-ed87-43da-ad81-7da83223b79b" providerId="ADAL" clId="{69AC5F5E-1AFB-44BF-98CB-C85429904402}" dt="2025-08-28T21:38:18.484" v="188" actId="20577"/>
        <pc:sldMkLst>
          <pc:docMk/>
          <pc:sldMk cId="786362556" sldId="267"/>
        </pc:sldMkLst>
        <pc:spChg chg="mod">
          <ac:chgData name="Rose, Floryan" userId="3bf0c4aa-ed87-43da-ad81-7da83223b79b" providerId="ADAL" clId="{69AC5F5E-1AFB-44BF-98CB-C85429904402}" dt="2025-08-28T21:38:18.484" v="188" actId="20577"/>
          <ac:spMkLst>
            <pc:docMk/>
            <pc:sldMk cId="786362556" sldId="267"/>
            <ac:spMk id="6" creationId="{2E58BC4B-EAED-025E-106D-3D94F74EF506}"/>
          </ac:spMkLst>
        </pc:spChg>
      </pc:sldChg>
      <pc:sldChg chg="modSp mod">
        <pc:chgData name="Rose, Floryan" userId="3bf0c4aa-ed87-43da-ad81-7da83223b79b" providerId="ADAL" clId="{69AC5F5E-1AFB-44BF-98CB-C85429904402}" dt="2025-08-28T21:38:28.410" v="192" actId="20577"/>
        <pc:sldMkLst>
          <pc:docMk/>
          <pc:sldMk cId="16312958" sldId="269"/>
        </pc:sldMkLst>
        <pc:spChg chg="mod">
          <ac:chgData name="Rose, Floryan" userId="3bf0c4aa-ed87-43da-ad81-7da83223b79b" providerId="ADAL" clId="{69AC5F5E-1AFB-44BF-98CB-C85429904402}" dt="2025-08-28T21:38:28.410" v="192" actId="20577"/>
          <ac:spMkLst>
            <pc:docMk/>
            <pc:sldMk cId="16312958" sldId="269"/>
            <ac:spMk id="6" creationId="{49C765BA-08C2-1A18-26B7-51442B2FB43E}"/>
          </ac:spMkLst>
        </pc:spChg>
      </pc:sldChg>
      <pc:sldChg chg="modSp mod">
        <pc:chgData name="Rose, Floryan" userId="3bf0c4aa-ed87-43da-ad81-7da83223b79b" providerId="ADAL" clId="{69AC5F5E-1AFB-44BF-98CB-C85429904402}" dt="2025-08-28T21:40:12.667" v="244" actId="20577"/>
        <pc:sldMkLst>
          <pc:docMk/>
          <pc:sldMk cId="4178927496" sldId="276"/>
        </pc:sldMkLst>
        <pc:spChg chg="mod">
          <ac:chgData name="Rose, Floryan" userId="3bf0c4aa-ed87-43da-ad81-7da83223b79b" providerId="ADAL" clId="{69AC5F5E-1AFB-44BF-98CB-C85429904402}" dt="2025-08-28T21:40:12.667" v="244" actId="20577"/>
          <ac:spMkLst>
            <pc:docMk/>
            <pc:sldMk cId="4178927496" sldId="276"/>
            <ac:spMk id="6" creationId="{CB851731-0363-9CF3-0EF4-812A359639DC}"/>
          </ac:spMkLst>
        </pc:spChg>
        <pc:spChg chg="mod">
          <ac:chgData name="Rose, Floryan" userId="3bf0c4aa-ed87-43da-ad81-7da83223b79b" providerId="ADAL" clId="{69AC5F5E-1AFB-44BF-98CB-C85429904402}" dt="2025-08-28T09:29:54.790" v="168" actId="20577"/>
          <ac:spMkLst>
            <pc:docMk/>
            <pc:sldMk cId="4178927496" sldId="276"/>
            <ac:spMk id="14" creationId="{FA1E5C84-95ED-13F1-DD97-D745462DE13B}"/>
          </ac:spMkLst>
        </pc:spChg>
      </pc:sldChg>
      <pc:sldChg chg="modSp mod">
        <pc:chgData name="Rose, Floryan" userId="3bf0c4aa-ed87-43da-ad81-7da83223b79b" providerId="ADAL" clId="{69AC5F5E-1AFB-44BF-98CB-C85429904402}" dt="2025-08-28T21:38:32.962" v="194" actId="20577"/>
        <pc:sldMkLst>
          <pc:docMk/>
          <pc:sldMk cId="1435544038" sldId="277"/>
        </pc:sldMkLst>
        <pc:spChg chg="mod">
          <ac:chgData name="Rose, Floryan" userId="3bf0c4aa-ed87-43da-ad81-7da83223b79b" providerId="ADAL" clId="{69AC5F5E-1AFB-44BF-98CB-C85429904402}" dt="2025-08-28T21:38:32.962" v="194" actId="20577"/>
          <ac:spMkLst>
            <pc:docMk/>
            <pc:sldMk cId="1435544038" sldId="277"/>
            <ac:spMk id="6" creationId="{31C66F5E-436E-2B92-72CA-D29BB975E9C1}"/>
          </ac:spMkLst>
        </pc:spChg>
      </pc:sldChg>
      <pc:sldChg chg="delSp modSp mod">
        <pc:chgData name="Rose, Floryan" userId="3bf0c4aa-ed87-43da-ad81-7da83223b79b" providerId="ADAL" clId="{69AC5F5E-1AFB-44BF-98CB-C85429904402}" dt="2025-08-28T14:08:39.763" v="174" actId="1076"/>
        <pc:sldMkLst>
          <pc:docMk/>
          <pc:sldMk cId="2944305787" sldId="280"/>
        </pc:sldMkLst>
        <pc:spChg chg="del">
          <ac:chgData name="Rose, Floryan" userId="3bf0c4aa-ed87-43da-ad81-7da83223b79b" providerId="ADAL" clId="{69AC5F5E-1AFB-44BF-98CB-C85429904402}" dt="2025-08-28T14:08:35.113" v="173" actId="478"/>
          <ac:spMkLst>
            <pc:docMk/>
            <pc:sldMk cId="2944305787" sldId="280"/>
            <ac:spMk id="24" creationId="{15E17F9A-E86C-6FA8-EABC-A168DDDA2EBA}"/>
          </ac:spMkLst>
        </pc:spChg>
        <pc:picChg chg="mod">
          <ac:chgData name="Rose, Floryan" userId="3bf0c4aa-ed87-43da-ad81-7da83223b79b" providerId="ADAL" clId="{69AC5F5E-1AFB-44BF-98CB-C85429904402}" dt="2025-08-28T14:08:39.763" v="174" actId="1076"/>
          <ac:picMkLst>
            <pc:docMk/>
            <pc:sldMk cId="2944305787" sldId="280"/>
            <ac:picMk id="17" creationId="{B4AB6376-8B33-DB97-CAEF-D97F3FA6E93B}"/>
          </ac:picMkLst>
        </pc:picChg>
        <pc:cxnChg chg="del">
          <ac:chgData name="Rose, Floryan" userId="3bf0c4aa-ed87-43da-ad81-7da83223b79b" providerId="ADAL" clId="{69AC5F5E-1AFB-44BF-98CB-C85429904402}" dt="2025-08-28T14:08:32.648" v="172" actId="478"/>
          <ac:cxnSpMkLst>
            <pc:docMk/>
            <pc:sldMk cId="2944305787" sldId="280"/>
            <ac:cxnSpMk id="19" creationId="{7D77C3C4-C5B5-8217-5D2E-2FA2CC1E41E6}"/>
          </ac:cxnSpMkLst>
        </pc:cxnChg>
      </pc:sldChg>
      <pc:sldChg chg="modSp mod">
        <pc:chgData name="Rose, Floryan" userId="3bf0c4aa-ed87-43da-ad81-7da83223b79b" providerId="ADAL" clId="{69AC5F5E-1AFB-44BF-98CB-C85429904402}" dt="2025-08-28T14:07:40.645" v="171" actId="20577"/>
        <pc:sldMkLst>
          <pc:docMk/>
          <pc:sldMk cId="1110656233" sldId="281"/>
        </pc:sldMkLst>
        <pc:spChg chg="mod">
          <ac:chgData name="Rose, Floryan" userId="3bf0c4aa-ed87-43da-ad81-7da83223b79b" providerId="ADAL" clId="{69AC5F5E-1AFB-44BF-98CB-C85429904402}" dt="2025-08-28T14:07:40.645" v="171" actId="20577"/>
          <ac:spMkLst>
            <pc:docMk/>
            <pc:sldMk cId="1110656233" sldId="281"/>
            <ac:spMk id="8" creationId="{25D58EF8-16AF-CCAC-5431-048DAD34FFCF}"/>
          </ac:spMkLst>
        </pc:spChg>
      </pc:sldChg>
      <pc:sldChg chg="modSp mod">
        <pc:chgData name="Rose, Floryan" userId="3bf0c4aa-ed87-43da-ad81-7da83223b79b" providerId="ADAL" clId="{69AC5F5E-1AFB-44BF-98CB-C85429904402}" dt="2025-08-28T21:40:17.298" v="248" actId="20577"/>
        <pc:sldMkLst>
          <pc:docMk/>
          <pc:sldMk cId="727907779" sldId="284"/>
        </pc:sldMkLst>
        <pc:spChg chg="mod">
          <ac:chgData name="Rose, Floryan" userId="3bf0c4aa-ed87-43da-ad81-7da83223b79b" providerId="ADAL" clId="{69AC5F5E-1AFB-44BF-98CB-C85429904402}" dt="2025-08-28T21:40:17.298" v="248" actId="20577"/>
          <ac:spMkLst>
            <pc:docMk/>
            <pc:sldMk cId="727907779" sldId="284"/>
            <ac:spMk id="6" creationId="{CB851731-0363-9CF3-0EF4-812A359639DC}"/>
          </ac:spMkLst>
        </pc:spChg>
      </pc:sldChg>
      <pc:sldChg chg="modSp mod">
        <pc:chgData name="Rose, Floryan" userId="3bf0c4aa-ed87-43da-ad81-7da83223b79b" providerId="ADAL" clId="{69AC5F5E-1AFB-44BF-98CB-C85429904402}" dt="2025-08-28T21:38:48.729" v="202" actId="20577"/>
        <pc:sldMkLst>
          <pc:docMk/>
          <pc:sldMk cId="4174166420" sldId="285"/>
        </pc:sldMkLst>
        <pc:spChg chg="mod">
          <ac:chgData name="Rose, Floryan" userId="3bf0c4aa-ed87-43da-ad81-7da83223b79b" providerId="ADAL" clId="{69AC5F5E-1AFB-44BF-98CB-C85429904402}" dt="2025-08-28T21:38:48.729" v="202" actId="20577"/>
          <ac:spMkLst>
            <pc:docMk/>
            <pc:sldMk cId="4174166420" sldId="285"/>
            <ac:spMk id="6" creationId="{CB851731-0363-9CF3-0EF4-812A359639DC}"/>
          </ac:spMkLst>
        </pc:spChg>
      </pc:sldChg>
      <pc:sldChg chg="modSp mod">
        <pc:chgData name="Rose, Floryan" userId="3bf0c4aa-ed87-43da-ad81-7da83223b79b" providerId="ADAL" clId="{69AC5F5E-1AFB-44BF-98CB-C85429904402}" dt="2025-08-28T21:39:06.638" v="206" actId="20577"/>
        <pc:sldMkLst>
          <pc:docMk/>
          <pc:sldMk cId="1953871619" sldId="287"/>
        </pc:sldMkLst>
        <pc:spChg chg="mod">
          <ac:chgData name="Rose, Floryan" userId="3bf0c4aa-ed87-43da-ad81-7da83223b79b" providerId="ADAL" clId="{69AC5F5E-1AFB-44BF-98CB-C85429904402}" dt="2025-08-28T21:39:06.638" v="206" actId="20577"/>
          <ac:spMkLst>
            <pc:docMk/>
            <pc:sldMk cId="1953871619" sldId="287"/>
            <ac:spMk id="6" creationId="{CB851731-0363-9CF3-0EF4-812A359639DC}"/>
          </ac:spMkLst>
        </pc:spChg>
      </pc:sldChg>
      <pc:sldChg chg="modSp mod">
        <pc:chgData name="Rose, Floryan" userId="3bf0c4aa-ed87-43da-ad81-7da83223b79b" providerId="ADAL" clId="{69AC5F5E-1AFB-44BF-98CB-C85429904402}" dt="2025-08-28T21:39:16.970" v="212" actId="20577"/>
        <pc:sldMkLst>
          <pc:docMk/>
          <pc:sldMk cId="4159624062" sldId="288"/>
        </pc:sldMkLst>
        <pc:spChg chg="mod">
          <ac:chgData name="Rose, Floryan" userId="3bf0c4aa-ed87-43da-ad81-7da83223b79b" providerId="ADAL" clId="{69AC5F5E-1AFB-44BF-98CB-C85429904402}" dt="2025-08-28T21:39:16.970" v="212" actId="20577"/>
          <ac:spMkLst>
            <pc:docMk/>
            <pc:sldMk cId="4159624062" sldId="288"/>
            <ac:spMk id="6" creationId="{CB851731-0363-9CF3-0EF4-812A359639DC}"/>
          </ac:spMkLst>
        </pc:spChg>
      </pc:sldChg>
      <pc:sldChg chg="modSp mod">
        <pc:chgData name="Rose, Floryan" userId="3bf0c4aa-ed87-43da-ad81-7da83223b79b" providerId="ADAL" clId="{69AC5F5E-1AFB-44BF-98CB-C85429904402}" dt="2025-08-28T21:39:22.890" v="218" actId="20577"/>
        <pc:sldMkLst>
          <pc:docMk/>
          <pc:sldMk cId="1263218743" sldId="289"/>
        </pc:sldMkLst>
        <pc:spChg chg="mod">
          <ac:chgData name="Rose, Floryan" userId="3bf0c4aa-ed87-43da-ad81-7da83223b79b" providerId="ADAL" clId="{69AC5F5E-1AFB-44BF-98CB-C85429904402}" dt="2025-08-28T21:39:22.890" v="218" actId="20577"/>
          <ac:spMkLst>
            <pc:docMk/>
            <pc:sldMk cId="1263218743" sldId="289"/>
            <ac:spMk id="6" creationId="{CB851731-0363-9CF3-0EF4-812A359639DC}"/>
          </ac:spMkLst>
        </pc:spChg>
      </pc:sldChg>
      <pc:sldChg chg="modSp mod">
        <pc:chgData name="Rose, Floryan" userId="3bf0c4aa-ed87-43da-ad81-7da83223b79b" providerId="ADAL" clId="{69AC5F5E-1AFB-44BF-98CB-C85429904402}" dt="2025-08-28T21:38:40.835" v="198" actId="20577"/>
        <pc:sldMkLst>
          <pc:docMk/>
          <pc:sldMk cId="820856775" sldId="290"/>
        </pc:sldMkLst>
        <pc:spChg chg="mod">
          <ac:chgData name="Rose, Floryan" userId="3bf0c4aa-ed87-43da-ad81-7da83223b79b" providerId="ADAL" clId="{69AC5F5E-1AFB-44BF-98CB-C85429904402}" dt="2025-08-28T21:38:40.835" v="198" actId="20577"/>
          <ac:spMkLst>
            <pc:docMk/>
            <pc:sldMk cId="820856775" sldId="290"/>
            <ac:spMk id="6" creationId="{CB851731-0363-9CF3-0EF4-812A359639DC}"/>
          </ac:spMkLst>
        </pc:spChg>
      </pc:sldChg>
      <pc:sldChg chg="modSp mod">
        <pc:chgData name="Rose, Floryan" userId="3bf0c4aa-ed87-43da-ad81-7da83223b79b" providerId="ADAL" clId="{69AC5F5E-1AFB-44BF-98CB-C85429904402}" dt="2025-08-28T21:39:02.345" v="204" actId="20577"/>
        <pc:sldMkLst>
          <pc:docMk/>
          <pc:sldMk cId="1609725771" sldId="291"/>
        </pc:sldMkLst>
        <pc:spChg chg="mod">
          <ac:chgData name="Rose, Floryan" userId="3bf0c4aa-ed87-43da-ad81-7da83223b79b" providerId="ADAL" clId="{69AC5F5E-1AFB-44BF-98CB-C85429904402}" dt="2025-08-28T21:39:02.345" v="204" actId="20577"/>
          <ac:spMkLst>
            <pc:docMk/>
            <pc:sldMk cId="1609725771" sldId="291"/>
            <ac:spMk id="6" creationId="{CB851731-0363-9CF3-0EF4-812A359639DC}"/>
          </ac:spMkLst>
        </pc:spChg>
      </pc:sldChg>
      <pc:sldChg chg="modSp mod">
        <pc:chgData name="Rose, Floryan" userId="3bf0c4aa-ed87-43da-ad81-7da83223b79b" providerId="ADAL" clId="{69AC5F5E-1AFB-44BF-98CB-C85429904402}" dt="2025-08-28T21:39:33.506" v="226" actId="20577"/>
        <pc:sldMkLst>
          <pc:docMk/>
          <pc:sldMk cId="3259451723" sldId="292"/>
        </pc:sldMkLst>
        <pc:spChg chg="mod">
          <ac:chgData name="Rose, Floryan" userId="3bf0c4aa-ed87-43da-ad81-7da83223b79b" providerId="ADAL" clId="{69AC5F5E-1AFB-44BF-98CB-C85429904402}" dt="2025-08-28T21:39:33.506" v="226" actId="20577"/>
          <ac:spMkLst>
            <pc:docMk/>
            <pc:sldMk cId="3259451723" sldId="292"/>
            <ac:spMk id="6" creationId="{10521812-674D-4859-D4EB-3BF95AA9C892}"/>
          </ac:spMkLst>
        </pc:spChg>
      </pc:sldChg>
      <pc:sldChg chg="modSp mod">
        <pc:chgData name="Rose, Floryan" userId="3bf0c4aa-ed87-43da-ad81-7da83223b79b" providerId="ADAL" clId="{69AC5F5E-1AFB-44BF-98CB-C85429904402}" dt="2025-08-28T21:39:27.227" v="222" actId="20577"/>
        <pc:sldMkLst>
          <pc:docMk/>
          <pc:sldMk cId="2463723155" sldId="294"/>
        </pc:sldMkLst>
        <pc:spChg chg="mod">
          <ac:chgData name="Rose, Floryan" userId="3bf0c4aa-ed87-43da-ad81-7da83223b79b" providerId="ADAL" clId="{69AC5F5E-1AFB-44BF-98CB-C85429904402}" dt="2025-08-28T21:39:27.227" v="222" actId="20577"/>
          <ac:spMkLst>
            <pc:docMk/>
            <pc:sldMk cId="2463723155" sldId="294"/>
            <ac:spMk id="6" creationId="{642A041B-8909-1439-0386-4EA40393B2D2}"/>
          </ac:spMkLst>
        </pc:spChg>
      </pc:sldChg>
      <pc:sldChg chg="modSp mod">
        <pc:chgData name="Rose, Floryan" userId="3bf0c4aa-ed87-43da-ad81-7da83223b79b" providerId="ADAL" clId="{69AC5F5E-1AFB-44BF-98CB-C85429904402}" dt="2025-08-28T21:39:10.716" v="208" actId="20577"/>
        <pc:sldMkLst>
          <pc:docMk/>
          <pc:sldMk cId="3905886723" sldId="295"/>
        </pc:sldMkLst>
        <pc:spChg chg="mod">
          <ac:chgData name="Rose, Floryan" userId="3bf0c4aa-ed87-43da-ad81-7da83223b79b" providerId="ADAL" clId="{69AC5F5E-1AFB-44BF-98CB-C85429904402}" dt="2025-08-28T21:39:10.716" v="208" actId="20577"/>
          <ac:spMkLst>
            <pc:docMk/>
            <pc:sldMk cId="3905886723" sldId="295"/>
            <ac:spMk id="6" creationId="{709BC225-ED42-4566-EB9D-798DC6BE94BA}"/>
          </ac:spMkLst>
        </pc:spChg>
      </pc:sldChg>
      <pc:sldChg chg="modSp mod">
        <pc:chgData name="Rose, Floryan" userId="3bf0c4aa-ed87-43da-ad81-7da83223b79b" providerId="ADAL" clId="{69AC5F5E-1AFB-44BF-98CB-C85429904402}" dt="2025-08-28T21:39:37.601" v="230" actId="20577"/>
        <pc:sldMkLst>
          <pc:docMk/>
          <pc:sldMk cId="277190212" sldId="296"/>
        </pc:sldMkLst>
        <pc:spChg chg="mod">
          <ac:chgData name="Rose, Floryan" userId="3bf0c4aa-ed87-43da-ad81-7da83223b79b" providerId="ADAL" clId="{69AC5F5E-1AFB-44BF-98CB-C85429904402}" dt="2025-08-28T21:39:37.601" v="230" actId="20577"/>
          <ac:spMkLst>
            <pc:docMk/>
            <pc:sldMk cId="277190212" sldId="296"/>
            <ac:spMk id="6" creationId="{66B174A8-621A-9462-3CA9-A004D550709B}"/>
          </ac:spMkLst>
        </pc:spChg>
        <pc:spChg chg="mod">
          <ac:chgData name="Rose, Floryan" userId="3bf0c4aa-ed87-43da-ad81-7da83223b79b" providerId="ADAL" clId="{69AC5F5E-1AFB-44BF-98CB-C85429904402}" dt="2025-08-28T08:37:25.841" v="6" actId="20577"/>
          <ac:spMkLst>
            <pc:docMk/>
            <pc:sldMk cId="277190212" sldId="296"/>
            <ac:spMk id="15" creationId="{D48FFE21-3009-F9A4-C4F4-DA086BAD66DA}"/>
          </ac:spMkLst>
        </pc:spChg>
      </pc:sldChg>
      <pc:sldChg chg="modSp mod">
        <pc:chgData name="Rose, Floryan" userId="3bf0c4aa-ed87-43da-ad81-7da83223b79b" providerId="ADAL" clId="{69AC5F5E-1AFB-44BF-98CB-C85429904402}" dt="2025-08-28T21:39:44.813" v="234" actId="6549"/>
        <pc:sldMkLst>
          <pc:docMk/>
          <pc:sldMk cId="366634111" sldId="297"/>
        </pc:sldMkLst>
        <pc:spChg chg="mod">
          <ac:chgData name="Rose, Floryan" userId="3bf0c4aa-ed87-43da-ad81-7da83223b79b" providerId="ADAL" clId="{69AC5F5E-1AFB-44BF-98CB-C85429904402}" dt="2025-08-28T21:39:44.813" v="234" actId="6549"/>
          <ac:spMkLst>
            <pc:docMk/>
            <pc:sldMk cId="366634111" sldId="297"/>
            <ac:spMk id="6" creationId="{9012B6DC-A59A-81D5-326D-CB1523792FC1}"/>
          </ac:spMkLst>
        </pc:spChg>
      </pc:sldChg>
      <pc:sldChg chg="modSp mod">
        <pc:chgData name="Rose, Floryan" userId="3bf0c4aa-ed87-43da-ad81-7da83223b79b" providerId="ADAL" clId="{69AC5F5E-1AFB-44BF-98CB-C85429904402}" dt="2025-08-28T21:39:50.284" v="236" actId="20577"/>
        <pc:sldMkLst>
          <pc:docMk/>
          <pc:sldMk cId="2930127325" sldId="298"/>
        </pc:sldMkLst>
        <pc:spChg chg="mod">
          <ac:chgData name="Rose, Floryan" userId="3bf0c4aa-ed87-43da-ad81-7da83223b79b" providerId="ADAL" clId="{69AC5F5E-1AFB-44BF-98CB-C85429904402}" dt="2025-08-28T21:39:50.284" v="236" actId="20577"/>
          <ac:spMkLst>
            <pc:docMk/>
            <pc:sldMk cId="2930127325" sldId="298"/>
            <ac:spMk id="6" creationId="{56430088-5BE4-4405-E29A-2FD9B1613F6E}"/>
          </ac:spMkLst>
        </pc:spChg>
      </pc:sldChg>
      <pc:sldChg chg="modSp mod">
        <pc:chgData name="Rose, Floryan" userId="3bf0c4aa-ed87-43da-ad81-7da83223b79b" providerId="ADAL" clId="{69AC5F5E-1AFB-44BF-98CB-C85429904402}" dt="2025-08-28T21:40:07.919" v="240" actId="20577"/>
        <pc:sldMkLst>
          <pc:docMk/>
          <pc:sldMk cId="1572416054" sldId="299"/>
        </pc:sldMkLst>
        <pc:spChg chg="mod">
          <ac:chgData name="Rose, Floryan" userId="3bf0c4aa-ed87-43da-ad81-7da83223b79b" providerId="ADAL" clId="{69AC5F5E-1AFB-44BF-98CB-C85429904402}" dt="2025-08-28T21:40:07.919" v="240" actId="20577"/>
          <ac:spMkLst>
            <pc:docMk/>
            <pc:sldMk cId="1572416054" sldId="299"/>
            <ac:spMk id="6" creationId="{4455A757-65DB-CBDA-9E79-5782E1AAD3B1}"/>
          </ac:spMkLst>
        </pc:spChg>
      </pc:sldChg>
      <pc:sldChg chg="del">
        <pc:chgData name="Rose, Floryan" userId="3bf0c4aa-ed87-43da-ad81-7da83223b79b" providerId="ADAL" clId="{69AC5F5E-1AFB-44BF-98CB-C85429904402}" dt="2025-08-28T21:40:25.592" v="249" actId="2696"/>
        <pc:sldMkLst>
          <pc:docMk/>
          <pc:sldMk cId="126384878" sldId="30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C67DEC-6666-085C-32A1-D1752E24FC41}"/>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A1D9A07D-3B80-E33E-EF32-B4255C73A1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Espace réservé de la date 3">
            <a:extLst>
              <a:ext uri="{FF2B5EF4-FFF2-40B4-BE49-F238E27FC236}">
                <a16:creationId xmlns:a16="http://schemas.microsoft.com/office/drawing/2014/main" id="{E90EB74A-B8A2-A128-39FE-4559A1B982FF}"/>
              </a:ext>
            </a:extLst>
          </p:cNvPr>
          <p:cNvSpPr>
            <a:spLocks noGrp="1"/>
          </p:cNvSpPr>
          <p:nvPr>
            <p:ph type="dt" sz="half" idx="10"/>
          </p:nvPr>
        </p:nvSpPr>
        <p:spPr/>
        <p:txBody>
          <a:bodyPr/>
          <a:lstStyle/>
          <a:p>
            <a:fld id="{669424A9-2307-43CB-AF2D-614084A01C96}" type="datetimeFigureOut">
              <a:rPr lang="en-US" smtClean="0"/>
              <a:t>1/29/2026</a:t>
            </a:fld>
            <a:endParaRPr lang="en-US"/>
          </a:p>
        </p:txBody>
      </p:sp>
      <p:sp>
        <p:nvSpPr>
          <p:cNvPr id="5" name="Espace réservé du pied de page 4">
            <a:extLst>
              <a:ext uri="{FF2B5EF4-FFF2-40B4-BE49-F238E27FC236}">
                <a16:creationId xmlns:a16="http://schemas.microsoft.com/office/drawing/2014/main" id="{1D28AD95-854E-DE89-28C4-273B75769466}"/>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23E4D8F1-6EF8-21F0-2FB8-0D34CC67B36A}"/>
              </a:ext>
            </a:extLst>
          </p:cNvPr>
          <p:cNvSpPr>
            <a:spLocks noGrp="1"/>
          </p:cNvSpPr>
          <p:nvPr>
            <p:ph type="sldNum" sz="quarter" idx="12"/>
          </p:nvPr>
        </p:nvSpPr>
        <p:spPr/>
        <p:txBody>
          <a:bodyPr/>
          <a:lstStyle/>
          <a:p>
            <a:fld id="{6AECB4E7-1E37-4E72-963F-81CD3FE48015}" type="slidenum">
              <a:rPr lang="en-US" smtClean="0"/>
              <a:t>‹N°›</a:t>
            </a:fld>
            <a:endParaRPr lang="en-US"/>
          </a:p>
        </p:txBody>
      </p:sp>
    </p:spTree>
    <p:extLst>
      <p:ext uri="{BB962C8B-B14F-4D97-AF65-F5344CB8AC3E}">
        <p14:creationId xmlns:p14="http://schemas.microsoft.com/office/powerpoint/2010/main" val="3023038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D187C6-3EF1-E12E-A0A4-7BF4065B5FBF}"/>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FB439DAD-1AB8-3AB3-EFFA-6C276B75D1A0}"/>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C631B12E-FC79-6C39-3EFD-0AE8EDEB7F51}"/>
              </a:ext>
            </a:extLst>
          </p:cNvPr>
          <p:cNvSpPr>
            <a:spLocks noGrp="1"/>
          </p:cNvSpPr>
          <p:nvPr>
            <p:ph type="dt" sz="half" idx="10"/>
          </p:nvPr>
        </p:nvSpPr>
        <p:spPr/>
        <p:txBody>
          <a:bodyPr/>
          <a:lstStyle/>
          <a:p>
            <a:fld id="{669424A9-2307-43CB-AF2D-614084A01C96}" type="datetimeFigureOut">
              <a:rPr lang="en-US" smtClean="0"/>
              <a:t>1/29/2026</a:t>
            </a:fld>
            <a:endParaRPr lang="en-US"/>
          </a:p>
        </p:txBody>
      </p:sp>
      <p:sp>
        <p:nvSpPr>
          <p:cNvPr id="5" name="Espace réservé du pied de page 4">
            <a:extLst>
              <a:ext uri="{FF2B5EF4-FFF2-40B4-BE49-F238E27FC236}">
                <a16:creationId xmlns:a16="http://schemas.microsoft.com/office/drawing/2014/main" id="{A5B08118-1B74-5CD9-2A05-9572359AF571}"/>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0472FDA0-3831-D6D1-7929-28517C2E0ACB}"/>
              </a:ext>
            </a:extLst>
          </p:cNvPr>
          <p:cNvSpPr>
            <a:spLocks noGrp="1"/>
          </p:cNvSpPr>
          <p:nvPr>
            <p:ph type="sldNum" sz="quarter" idx="12"/>
          </p:nvPr>
        </p:nvSpPr>
        <p:spPr/>
        <p:txBody>
          <a:bodyPr/>
          <a:lstStyle/>
          <a:p>
            <a:fld id="{6AECB4E7-1E37-4E72-963F-81CD3FE48015}" type="slidenum">
              <a:rPr lang="en-US" smtClean="0"/>
              <a:t>‹N°›</a:t>
            </a:fld>
            <a:endParaRPr lang="en-US"/>
          </a:p>
        </p:txBody>
      </p:sp>
    </p:spTree>
    <p:extLst>
      <p:ext uri="{BB962C8B-B14F-4D97-AF65-F5344CB8AC3E}">
        <p14:creationId xmlns:p14="http://schemas.microsoft.com/office/powerpoint/2010/main" val="448866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ABB7D4-BD0D-8ACE-0457-4E5CC337640A}"/>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Espace réservé du texte 2">
            <a:extLst>
              <a:ext uri="{FF2B5EF4-FFF2-40B4-BE49-F238E27FC236}">
                <a16:creationId xmlns:a16="http://schemas.microsoft.com/office/drawing/2014/main" id="{0261B6A5-7F2D-C8BA-B9EA-3E539542BFB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104C4B4A-532F-9F3A-AE9A-03759DE48193}"/>
              </a:ext>
            </a:extLst>
          </p:cNvPr>
          <p:cNvSpPr>
            <a:spLocks noGrp="1"/>
          </p:cNvSpPr>
          <p:nvPr>
            <p:ph type="dt" sz="half" idx="10"/>
          </p:nvPr>
        </p:nvSpPr>
        <p:spPr/>
        <p:txBody>
          <a:bodyPr/>
          <a:lstStyle/>
          <a:p>
            <a:fld id="{669424A9-2307-43CB-AF2D-614084A01C96}" type="datetimeFigureOut">
              <a:rPr lang="en-US" smtClean="0"/>
              <a:t>1/29/2026</a:t>
            </a:fld>
            <a:endParaRPr lang="en-US"/>
          </a:p>
        </p:txBody>
      </p:sp>
      <p:sp>
        <p:nvSpPr>
          <p:cNvPr id="5" name="Espace réservé du pied de page 4">
            <a:extLst>
              <a:ext uri="{FF2B5EF4-FFF2-40B4-BE49-F238E27FC236}">
                <a16:creationId xmlns:a16="http://schemas.microsoft.com/office/drawing/2014/main" id="{0632B156-8B89-BCB2-2E2C-3F7030F6044A}"/>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ECC847F0-8E2C-A889-1808-05ECE5565501}"/>
              </a:ext>
            </a:extLst>
          </p:cNvPr>
          <p:cNvSpPr>
            <a:spLocks noGrp="1"/>
          </p:cNvSpPr>
          <p:nvPr>
            <p:ph type="sldNum" sz="quarter" idx="12"/>
          </p:nvPr>
        </p:nvSpPr>
        <p:spPr/>
        <p:txBody>
          <a:bodyPr/>
          <a:lstStyle/>
          <a:p>
            <a:fld id="{6AECB4E7-1E37-4E72-963F-81CD3FE48015}" type="slidenum">
              <a:rPr lang="en-US" smtClean="0"/>
              <a:t>‹N°›</a:t>
            </a:fld>
            <a:endParaRPr lang="en-US"/>
          </a:p>
        </p:txBody>
      </p:sp>
    </p:spTree>
    <p:extLst>
      <p:ext uri="{BB962C8B-B14F-4D97-AF65-F5344CB8AC3E}">
        <p14:creationId xmlns:p14="http://schemas.microsoft.com/office/powerpoint/2010/main" val="2123808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F35D4F-2353-C6F4-F11D-3A27160C0B7A}"/>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23D0CAC8-DA89-202D-77E1-AE0B9E9F65DA}"/>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a:extLst>
              <a:ext uri="{FF2B5EF4-FFF2-40B4-BE49-F238E27FC236}">
                <a16:creationId xmlns:a16="http://schemas.microsoft.com/office/drawing/2014/main" id="{4CBC5DFD-1E16-279A-7336-0A6522C88C35}"/>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4">
            <a:extLst>
              <a:ext uri="{FF2B5EF4-FFF2-40B4-BE49-F238E27FC236}">
                <a16:creationId xmlns:a16="http://schemas.microsoft.com/office/drawing/2014/main" id="{51ECAE30-1B93-108C-B070-525EAD61CD99}"/>
              </a:ext>
            </a:extLst>
          </p:cNvPr>
          <p:cNvSpPr>
            <a:spLocks noGrp="1"/>
          </p:cNvSpPr>
          <p:nvPr>
            <p:ph type="dt" sz="half" idx="10"/>
          </p:nvPr>
        </p:nvSpPr>
        <p:spPr/>
        <p:txBody>
          <a:bodyPr/>
          <a:lstStyle/>
          <a:p>
            <a:fld id="{669424A9-2307-43CB-AF2D-614084A01C96}" type="datetimeFigureOut">
              <a:rPr lang="en-US" smtClean="0"/>
              <a:t>1/29/2026</a:t>
            </a:fld>
            <a:endParaRPr lang="en-US"/>
          </a:p>
        </p:txBody>
      </p:sp>
      <p:sp>
        <p:nvSpPr>
          <p:cNvPr id="6" name="Espace réservé du pied de page 5">
            <a:extLst>
              <a:ext uri="{FF2B5EF4-FFF2-40B4-BE49-F238E27FC236}">
                <a16:creationId xmlns:a16="http://schemas.microsoft.com/office/drawing/2014/main" id="{E8FF97E0-537F-33A5-FA88-5BF401F5C777}"/>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06B9B98E-03E0-7221-A9CF-ABD0405E6AFF}"/>
              </a:ext>
            </a:extLst>
          </p:cNvPr>
          <p:cNvSpPr>
            <a:spLocks noGrp="1"/>
          </p:cNvSpPr>
          <p:nvPr>
            <p:ph type="sldNum" sz="quarter" idx="12"/>
          </p:nvPr>
        </p:nvSpPr>
        <p:spPr/>
        <p:txBody>
          <a:bodyPr/>
          <a:lstStyle/>
          <a:p>
            <a:fld id="{6AECB4E7-1E37-4E72-963F-81CD3FE48015}" type="slidenum">
              <a:rPr lang="en-US" smtClean="0"/>
              <a:t>‹N°›</a:t>
            </a:fld>
            <a:endParaRPr lang="en-US"/>
          </a:p>
        </p:txBody>
      </p:sp>
    </p:spTree>
    <p:extLst>
      <p:ext uri="{BB962C8B-B14F-4D97-AF65-F5344CB8AC3E}">
        <p14:creationId xmlns:p14="http://schemas.microsoft.com/office/powerpoint/2010/main" val="318128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053CB2-6899-F7CD-67B6-8195A840D65E}"/>
              </a:ext>
            </a:extLst>
          </p:cNvPr>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E720F036-0D57-B155-0FEC-324475CB75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A48C1E6-8423-C3F5-E742-6E1281395A9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3C58FC0E-2992-A3E6-CABB-1E8B9F4A57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DE17A36-27DD-1A9C-B666-ECDBA14DF3C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6">
            <a:extLst>
              <a:ext uri="{FF2B5EF4-FFF2-40B4-BE49-F238E27FC236}">
                <a16:creationId xmlns:a16="http://schemas.microsoft.com/office/drawing/2014/main" id="{3DEA6F6B-07D5-F0C6-1265-C6D08C5406F2}"/>
              </a:ext>
            </a:extLst>
          </p:cNvPr>
          <p:cNvSpPr>
            <a:spLocks noGrp="1"/>
          </p:cNvSpPr>
          <p:nvPr>
            <p:ph type="dt" sz="half" idx="10"/>
          </p:nvPr>
        </p:nvSpPr>
        <p:spPr/>
        <p:txBody>
          <a:bodyPr/>
          <a:lstStyle/>
          <a:p>
            <a:fld id="{669424A9-2307-43CB-AF2D-614084A01C96}" type="datetimeFigureOut">
              <a:rPr lang="en-US" smtClean="0"/>
              <a:t>1/29/2026</a:t>
            </a:fld>
            <a:endParaRPr lang="en-US"/>
          </a:p>
        </p:txBody>
      </p:sp>
      <p:sp>
        <p:nvSpPr>
          <p:cNvPr id="8" name="Espace réservé du pied de page 7">
            <a:extLst>
              <a:ext uri="{FF2B5EF4-FFF2-40B4-BE49-F238E27FC236}">
                <a16:creationId xmlns:a16="http://schemas.microsoft.com/office/drawing/2014/main" id="{14686E1A-5522-474E-A866-B7B5B2E01708}"/>
              </a:ext>
            </a:extLst>
          </p:cNvPr>
          <p:cNvSpPr>
            <a:spLocks noGrp="1"/>
          </p:cNvSpPr>
          <p:nvPr>
            <p:ph type="ftr" sz="quarter" idx="11"/>
          </p:nvPr>
        </p:nvSpPr>
        <p:spPr/>
        <p:txBody>
          <a:bodyPr/>
          <a:lstStyle/>
          <a:p>
            <a:endParaRPr lang="en-US"/>
          </a:p>
        </p:txBody>
      </p:sp>
      <p:sp>
        <p:nvSpPr>
          <p:cNvPr id="9" name="Espace réservé du numéro de diapositive 8">
            <a:extLst>
              <a:ext uri="{FF2B5EF4-FFF2-40B4-BE49-F238E27FC236}">
                <a16:creationId xmlns:a16="http://schemas.microsoft.com/office/drawing/2014/main" id="{AEDE839D-2204-9E6D-2C50-2AE1B3641F47}"/>
              </a:ext>
            </a:extLst>
          </p:cNvPr>
          <p:cNvSpPr>
            <a:spLocks noGrp="1"/>
          </p:cNvSpPr>
          <p:nvPr>
            <p:ph type="sldNum" sz="quarter" idx="12"/>
          </p:nvPr>
        </p:nvSpPr>
        <p:spPr/>
        <p:txBody>
          <a:bodyPr/>
          <a:lstStyle/>
          <a:p>
            <a:fld id="{6AECB4E7-1E37-4E72-963F-81CD3FE48015}" type="slidenum">
              <a:rPr lang="en-US" smtClean="0"/>
              <a:t>‹N°›</a:t>
            </a:fld>
            <a:endParaRPr lang="en-US"/>
          </a:p>
        </p:txBody>
      </p:sp>
    </p:spTree>
    <p:extLst>
      <p:ext uri="{BB962C8B-B14F-4D97-AF65-F5344CB8AC3E}">
        <p14:creationId xmlns:p14="http://schemas.microsoft.com/office/powerpoint/2010/main" val="2712936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340827-60C5-4102-9BAC-8F8A12FB21BC}"/>
              </a:ext>
            </a:extLst>
          </p:cNvPr>
          <p:cNvSpPr>
            <a:spLocks noGrp="1"/>
          </p:cNvSpPr>
          <p:nvPr>
            <p:ph type="title"/>
          </p:nvPr>
        </p:nvSpPr>
        <p:spPr/>
        <p:txBody>
          <a:bodyPr/>
          <a:lstStyle/>
          <a:p>
            <a:r>
              <a:rPr lang="fr-FR"/>
              <a:t>Modifiez le style du titre</a:t>
            </a:r>
            <a:endParaRPr lang="en-US"/>
          </a:p>
        </p:txBody>
      </p:sp>
      <p:sp>
        <p:nvSpPr>
          <p:cNvPr id="3" name="Espace réservé de la date 2">
            <a:extLst>
              <a:ext uri="{FF2B5EF4-FFF2-40B4-BE49-F238E27FC236}">
                <a16:creationId xmlns:a16="http://schemas.microsoft.com/office/drawing/2014/main" id="{07C1D4D6-AEB3-1B34-9306-BA006D9460F2}"/>
              </a:ext>
            </a:extLst>
          </p:cNvPr>
          <p:cNvSpPr>
            <a:spLocks noGrp="1"/>
          </p:cNvSpPr>
          <p:nvPr>
            <p:ph type="dt" sz="half" idx="10"/>
          </p:nvPr>
        </p:nvSpPr>
        <p:spPr/>
        <p:txBody>
          <a:bodyPr/>
          <a:lstStyle/>
          <a:p>
            <a:fld id="{669424A9-2307-43CB-AF2D-614084A01C96}" type="datetimeFigureOut">
              <a:rPr lang="en-US" smtClean="0"/>
              <a:t>1/29/2026</a:t>
            </a:fld>
            <a:endParaRPr lang="en-US"/>
          </a:p>
        </p:txBody>
      </p:sp>
      <p:sp>
        <p:nvSpPr>
          <p:cNvPr id="4" name="Espace réservé du pied de page 3">
            <a:extLst>
              <a:ext uri="{FF2B5EF4-FFF2-40B4-BE49-F238E27FC236}">
                <a16:creationId xmlns:a16="http://schemas.microsoft.com/office/drawing/2014/main" id="{9B78CD7B-22BA-8A32-36E5-6728CC4AF4D9}"/>
              </a:ext>
            </a:extLst>
          </p:cNvPr>
          <p:cNvSpPr>
            <a:spLocks noGrp="1"/>
          </p:cNvSpPr>
          <p:nvPr>
            <p:ph type="ftr" sz="quarter" idx="11"/>
          </p:nvPr>
        </p:nvSpPr>
        <p:spPr/>
        <p:txBody>
          <a:bodyPr/>
          <a:lstStyle/>
          <a:p>
            <a:endParaRPr lang="en-US"/>
          </a:p>
        </p:txBody>
      </p:sp>
      <p:sp>
        <p:nvSpPr>
          <p:cNvPr id="5" name="Espace réservé du numéro de diapositive 4">
            <a:extLst>
              <a:ext uri="{FF2B5EF4-FFF2-40B4-BE49-F238E27FC236}">
                <a16:creationId xmlns:a16="http://schemas.microsoft.com/office/drawing/2014/main" id="{4AC7375F-F027-E9E5-DEFE-9E98F127587E}"/>
              </a:ext>
            </a:extLst>
          </p:cNvPr>
          <p:cNvSpPr>
            <a:spLocks noGrp="1"/>
          </p:cNvSpPr>
          <p:nvPr>
            <p:ph type="sldNum" sz="quarter" idx="12"/>
          </p:nvPr>
        </p:nvSpPr>
        <p:spPr/>
        <p:txBody>
          <a:bodyPr/>
          <a:lstStyle/>
          <a:p>
            <a:fld id="{6AECB4E7-1E37-4E72-963F-81CD3FE48015}" type="slidenum">
              <a:rPr lang="en-US" smtClean="0"/>
              <a:t>‹N°›</a:t>
            </a:fld>
            <a:endParaRPr lang="en-US"/>
          </a:p>
        </p:txBody>
      </p:sp>
    </p:spTree>
    <p:extLst>
      <p:ext uri="{BB962C8B-B14F-4D97-AF65-F5344CB8AC3E}">
        <p14:creationId xmlns:p14="http://schemas.microsoft.com/office/powerpoint/2010/main" val="2303683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47F47F9-71CC-D085-1D3D-AA00DB24FBFD}"/>
              </a:ext>
            </a:extLst>
          </p:cNvPr>
          <p:cNvSpPr>
            <a:spLocks noGrp="1"/>
          </p:cNvSpPr>
          <p:nvPr>
            <p:ph type="dt" sz="half" idx="10"/>
          </p:nvPr>
        </p:nvSpPr>
        <p:spPr/>
        <p:txBody>
          <a:bodyPr/>
          <a:lstStyle/>
          <a:p>
            <a:fld id="{669424A9-2307-43CB-AF2D-614084A01C96}" type="datetimeFigureOut">
              <a:rPr lang="en-US" smtClean="0"/>
              <a:t>1/29/2026</a:t>
            </a:fld>
            <a:endParaRPr lang="en-US"/>
          </a:p>
        </p:txBody>
      </p:sp>
      <p:sp>
        <p:nvSpPr>
          <p:cNvPr id="3" name="Espace réservé du pied de page 2">
            <a:extLst>
              <a:ext uri="{FF2B5EF4-FFF2-40B4-BE49-F238E27FC236}">
                <a16:creationId xmlns:a16="http://schemas.microsoft.com/office/drawing/2014/main" id="{9F2A262F-594F-0BFA-9334-4D7790570224}"/>
              </a:ext>
            </a:extLst>
          </p:cNvPr>
          <p:cNvSpPr>
            <a:spLocks noGrp="1"/>
          </p:cNvSpPr>
          <p:nvPr>
            <p:ph type="ftr" sz="quarter" idx="11"/>
          </p:nvPr>
        </p:nvSpPr>
        <p:spPr/>
        <p:txBody>
          <a:bodyPr/>
          <a:lstStyle/>
          <a:p>
            <a:endParaRPr lang="en-US"/>
          </a:p>
        </p:txBody>
      </p:sp>
      <p:sp>
        <p:nvSpPr>
          <p:cNvPr id="4" name="Espace réservé du numéro de diapositive 3">
            <a:extLst>
              <a:ext uri="{FF2B5EF4-FFF2-40B4-BE49-F238E27FC236}">
                <a16:creationId xmlns:a16="http://schemas.microsoft.com/office/drawing/2014/main" id="{4876689A-D3D9-8812-E6B1-AE775A33DFEC}"/>
              </a:ext>
            </a:extLst>
          </p:cNvPr>
          <p:cNvSpPr>
            <a:spLocks noGrp="1"/>
          </p:cNvSpPr>
          <p:nvPr>
            <p:ph type="sldNum" sz="quarter" idx="12"/>
          </p:nvPr>
        </p:nvSpPr>
        <p:spPr/>
        <p:txBody>
          <a:bodyPr/>
          <a:lstStyle/>
          <a:p>
            <a:fld id="{6AECB4E7-1E37-4E72-963F-81CD3FE48015}" type="slidenum">
              <a:rPr lang="en-US" smtClean="0"/>
              <a:t>‹N°›</a:t>
            </a:fld>
            <a:endParaRPr lang="en-US"/>
          </a:p>
        </p:txBody>
      </p:sp>
    </p:spTree>
    <p:extLst>
      <p:ext uri="{BB962C8B-B14F-4D97-AF65-F5344CB8AC3E}">
        <p14:creationId xmlns:p14="http://schemas.microsoft.com/office/powerpoint/2010/main" val="1314678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F65587-D046-624B-AB2B-EC439F5A9E1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du contenu 2">
            <a:extLst>
              <a:ext uri="{FF2B5EF4-FFF2-40B4-BE49-F238E27FC236}">
                <a16:creationId xmlns:a16="http://schemas.microsoft.com/office/drawing/2014/main" id="{9BF9E2D0-B6B1-52CC-7AE7-0A77E9AB20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a:extLst>
              <a:ext uri="{FF2B5EF4-FFF2-40B4-BE49-F238E27FC236}">
                <a16:creationId xmlns:a16="http://schemas.microsoft.com/office/drawing/2014/main" id="{8DE851D8-EA6B-DF58-C3FD-FB68CB5341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1D563C1-8704-C1C8-E6EF-824A4435C67E}"/>
              </a:ext>
            </a:extLst>
          </p:cNvPr>
          <p:cNvSpPr>
            <a:spLocks noGrp="1"/>
          </p:cNvSpPr>
          <p:nvPr>
            <p:ph type="dt" sz="half" idx="10"/>
          </p:nvPr>
        </p:nvSpPr>
        <p:spPr/>
        <p:txBody>
          <a:bodyPr/>
          <a:lstStyle/>
          <a:p>
            <a:fld id="{669424A9-2307-43CB-AF2D-614084A01C96}" type="datetimeFigureOut">
              <a:rPr lang="en-US" smtClean="0"/>
              <a:t>1/29/2026</a:t>
            </a:fld>
            <a:endParaRPr lang="en-US"/>
          </a:p>
        </p:txBody>
      </p:sp>
      <p:sp>
        <p:nvSpPr>
          <p:cNvPr id="6" name="Espace réservé du pied de page 5">
            <a:extLst>
              <a:ext uri="{FF2B5EF4-FFF2-40B4-BE49-F238E27FC236}">
                <a16:creationId xmlns:a16="http://schemas.microsoft.com/office/drawing/2014/main" id="{B434ABA5-9754-9BF4-9766-B50EC8730FE3}"/>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3A64BDFC-27C5-0E15-BF70-FCAC429C5E26}"/>
              </a:ext>
            </a:extLst>
          </p:cNvPr>
          <p:cNvSpPr>
            <a:spLocks noGrp="1"/>
          </p:cNvSpPr>
          <p:nvPr>
            <p:ph type="sldNum" sz="quarter" idx="12"/>
          </p:nvPr>
        </p:nvSpPr>
        <p:spPr/>
        <p:txBody>
          <a:bodyPr/>
          <a:lstStyle/>
          <a:p>
            <a:fld id="{6AECB4E7-1E37-4E72-963F-81CD3FE48015}" type="slidenum">
              <a:rPr lang="en-US" smtClean="0"/>
              <a:t>‹N°›</a:t>
            </a:fld>
            <a:endParaRPr lang="en-US"/>
          </a:p>
        </p:txBody>
      </p:sp>
    </p:spTree>
    <p:extLst>
      <p:ext uri="{BB962C8B-B14F-4D97-AF65-F5344CB8AC3E}">
        <p14:creationId xmlns:p14="http://schemas.microsoft.com/office/powerpoint/2010/main" val="732237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EC4E66-C15D-22AD-7470-A58124AFA39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pour une image  2">
            <a:extLst>
              <a:ext uri="{FF2B5EF4-FFF2-40B4-BE49-F238E27FC236}">
                <a16:creationId xmlns:a16="http://schemas.microsoft.com/office/drawing/2014/main" id="{E9CDE822-6E28-6836-A68A-8D39670F00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ce réservé du texte 3">
            <a:extLst>
              <a:ext uri="{FF2B5EF4-FFF2-40B4-BE49-F238E27FC236}">
                <a16:creationId xmlns:a16="http://schemas.microsoft.com/office/drawing/2014/main" id="{A4677399-CC2C-B773-7E29-0DCB19EECA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D9A5EAB-18B7-D1D0-CB0B-B7F03F81C7DD}"/>
              </a:ext>
            </a:extLst>
          </p:cNvPr>
          <p:cNvSpPr>
            <a:spLocks noGrp="1"/>
          </p:cNvSpPr>
          <p:nvPr>
            <p:ph type="dt" sz="half" idx="10"/>
          </p:nvPr>
        </p:nvSpPr>
        <p:spPr/>
        <p:txBody>
          <a:bodyPr/>
          <a:lstStyle/>
          <a:p>
            <a:fld id="{669424A9-2307-43CB-AF2D-614084A01C96}" type="datetimeFigureOut">
              <a:rPr lang="en-US" smtClean="0"/>
              <a:t>1/29/2026</a:t>
            </a:fld>
            <a:endParaRPr lang="en-US"/>
          </a:p>
        </p:txBody>
      </p:sp>
      <p:sp>
        <p:nvSpPr>
          <p:cNvPr id="6" name="Espace réservé du pied de page 5">
            <a:extLst>
              <a:ext uri="{FF2B5EF4-FFF2-40B4-BE49-F238E27FC236}">
                <a16:creationId xmlns:a16="http://schemas.microsoft.com/office/drawing/2014/main" id="{EDD51A93-74C8-5A25-4C90-098003A86560}"/>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7804C131-50F5-68AE-A1FE-367A75B72B6F}"/>
              </a:ext>
            </a:extLst>
          </p:cNvPr>
          <p:cNvSpPr>
            <a:spLocks noGrp="1"/>
          </p:cNvSpPr>
          <p:nvPr>
            <p:ph type="sldNum" sz="quarter" idx="12"/>
          </p:nvPr>
        </p:nvSpPr>
        <p:spPr/>
        <p:txBody>
          <a:bodyPr/>
          <a:lstStyle/>
          <a:p>
            <a:fld id="{6AECB4E7-1E37-4E72-963F-81CD3FE48015}" type="slidenum">
              <a:rPr lang="en-US" smtClean="0"/>
              <a:t>‹N°›</a:t>
            </a:fld>
            <a:endParaRPr lang="en-US"/>
          </a:p>
        </p:txBody>
      </p:sp>
    </p:spTree>
    <p:extLst>
      <p:ext uri="{BB962C8B-B14F-4D97-AF65-F5344CB8AC3E}">
        <p14:creationId xmlns:p14="http://schemas.microsoft.com/office/powerpoint/2010/main" val="3729548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16BECB-6ADF-7A40-9B99-E06135C2495F}"/>
              </a:ext>
            </a:extLst>
          </p:cNvPr>
          <p:cNvSpPr>
            <a:spLocks noGrp="1"/>
          </p:cNvSpPr>
          <p:nvPr>
            <p:ph type="title"/>
          </p:nvPr>
        </p:nvSpPr>
        <p:spPr/>
        <p:txBody>
          <a:bodyPr/>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0C3ADF20-8B90-4D2A-186A-6BDC9075F9C0}"/>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3B3CE2DC-0809-8AD8-8983-48DDA8F95BF8}"/>
              </a:ext>
            </a:extLst>
          </p:cNvPr>
          <p:cNvSpPr>
            <a:spLocks noGrp="1"/>
          </p:cNvSpPr>
          <p:nvPr>
            <p:ph type="dt" sz="half" idx="10"/>
          </p:nvPr>
        </p:nvSpPr>
        <p:spPr/>
        <p:txBody>
          <a:bodyPr/>
          <a:lstStyle/>
          <a:p>
            <a:fld id="{669424A9-2307-43CB-AF2D-614084A01C96}" type="datetimeFigureOut">
              <a:rPr lang="en-US" smtClean="0"/>
              <a:t>1/29/2026</a:t>
            </a:fld>
            <a:endParaRPr lang="en-US"/>
          </a:p>
        </p:txBody>
      </p:sp>
      <p:sp>
        <p:nvSpPr>
          <p:cNvPr id="5" name="Espace réservé du pied de page 4">
            <a:extLst>
              <a:ext uri="{FF2B5EF4-FFF2-40B4-BE49-F238E27FC236}">
                <a16:creationId xmlns:a16="http://schemas.microsoft.com/office/drawing/2014/main" id="{B38AB300-96F3-0A7C-DFDF-B318EB1AD1B3}"/>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1F612D3E-CC9B-0D0F-0BA8-347740AFADEA}"/>
              </a:ext>
            </a:extLst>
          </p:cNvPr>
          <p:cNvSpPr>
            <a:spLocks noGrp="1"/>
          </p:cNvSpPr>
          <p:nvPr>
            <p:ph type="sldNum" sz="quarter" idx="12"/>
          </p:nvPr>
        </p:nvSpPr>
        <p:spPr/>
        <p:txBody>
          <a:bodyPr/>
          <a:lstStyle/>
          <a:p>
            <a:fld id="{6AECB4E7-1E37-4E72-963F-81CD3FE48015}" type="slidenum">
              <a:rPr lang="en-US" smtClean="0"/>
              <a:t>‹N°›</a:t>
            </a:fld>
            <a:endParaRPr lang="en-US"/>
          </a:p>
        </p:txBody>
      </p:sp>
    </p:spTree>
    <p:extLst>
      <p:ext uri="{BB962C8B-B14F-4D97-AF65-F5344CB8AC3E}">
        <p14:creationId xmlns:p14="http://schemas.microsoft.com/office/powerpoint/2010/main" val="3655683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7F69C1E2-44A2-DD22-47EE-EB6237FCD29D}"/>
              </a:ext>
            </a:extLst>
          </p:cNvPr>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D1DF1EF4-982A-88AC-BE58-39C621CAEA45}"/>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8549F58D-A7B0-AAB7-168E-4FAB079D67DA}"/>
              </a:ext>
            </a:extLst>
          </p:cNvPr>
          <p:cNvSpPr>
            <a:spLocks noGrp="1"/>
          </p:cNvSpPr>
          <p:nvPr>
            <p:ph type="dt" sz="half" idx="10"/>
          </p:nvPr>
        </p:nvSpPr>
        <p:spPr/>
        <p:txBody>
          <a:bodyPr/>
          <a:lstStyle/>
          <a:p>
            <a:fld id="{669424A9-2307-43CB-AF2D-614084A01C96}" type="datetimeFigureOut">
              <a:rPr lang="en-US" smtClean="0"/>
              <a:t>1/29/2026</a:t>
            </a:fld>
            <a:endParaRPr lang="en-US"/>
          </a:p>
        </p:txBody>
      </p:sp>
      <p:sp>
        <p:nvSpPr>
          <p:cNvPr id="5" name="Espace réservé du pied de page 4">
            <a:extLst>
              <a:ext uri="{FF2B5EF4-FFF2-40B4-BE49-F238E27FC236}">
                <a16:creationId xmlns:a16="http://schemas.microsoft.com/office/drawing/2014/main" id="{50CC3FF2-9551-7C10-E90D-DBA805F94234}"/>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0F09A525-1FA4-60F4-C6CC-1DCADE735D6D}"/>
              </a:ext>
            </a:extLst>
          </p:cNvPr>
          <p:cNvSpPr>
            <a:spLocks noGrp="1"/>
          </p:cNvSpPr>
          <p:nvPr>
            <p:ph type="sldNum" sz="quarter" idx="12"/>
          </p:nvPr>
        </p:nvSpPr>
        <p:spPr/>
        <p:txBody>
          <a:bodyPr/>
          <a:lstStyle/>
          <a:p>
            <a:fld id="{6AECB4E7-1E37-4E72-963F-81CD3FE48015}" type="slidenum">
              <a:rPr lang="en-US" smtClean="0"/>
              <a:t>‹N°›</a:t>
            </a:fld>
            <a:endParaRPr lang="en-US"/>
          </a:p>
        </p:txBody>
      </p:sp>
    </p:spTree>
    <p:extLst>
      <p:ext uri="{BB962C8B-B14F-4D97-AF65-F5344CB8AC3E}">
        <p14:creationId xmlns:p14="http://schemas.microsoft.com/office/powerpoint/2010/main" val="329922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A701CF79-CBEF-B467-9A5A-C2B9FC6E65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E231DF0D-45E8-84CE-03AC-FC59A433AB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1B83D422-311E-C015-91B5-B196F5BC30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69424A9-2307-43CB-AF2D-614084A01C96}" type="datetimeFigureOut">
              <a:rPr lang="en-US" smtClean="0"/>
              <a:t>1/29/2026</a:t>
            </a:fld>
            <a:endParaRPr lang="en-US"/>
          </a:p>
        </p:txBody>
      </p:sp>
      <p:sp>
        <p:nvSpPr>
          <p:cNvPr id="5" name="Espace réservé du pied de page 4">
            <a:extLst>
              <a:ext uri="{FF2B5EF4-FFF2-40B4-BE49-F238E27FC236}">
                <a16:creationId xmlns:a16="http://schemas.microsoft.com/office/drawing/2014/main" id="{ED519C89-1755-2173-59AB-5D8E4EB80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Espace réservé du numéro de diapositive 5">
            <a:extLst>
              <a:ext uri="{FF2B5EF4-FFF2-40B4-BE49-F238E27FC236}">
                <a16:creationId xmlns:a16="http://schemas.microsoft.com/office/drawing/2014/main" id="{B49D6928-4778-D413-247B-1F221863F7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ECB4E7-1E37-4E72-963F-81CD3FE48015}" type="slidenum">
              <a:rPr lang="en-US" smtClean="0"/>
              <a:t>‹N°›</a:t>
            </a:fld>
            <a:endParaRPr lang="en-US"/>
          </a:p>
        </p:txBody>
      </p:sp>
      <p:sp>
        <p:nvSpPr>
          <p:cNvPr id="8" name="ZoneTexte 7">
            <a:extLst>
              <a:ext uri="{FF2B5EF4-FFF2-40B4-BE49-F238E27FC236}">
                <a16:creationId xmlns:a16="http://schemas.microsoft.com/office/drawing/2014/main" id="{1DBF583F-C7CC-2185-BFA7-B7ECF98F6EDB}"/>
              </a:ext>
            </a:extLst>
          </p:cNvPr>
          <p:cNvSpPr txBox="1"/>
          <p:nvPr userDrawn="1">
            <p:extLst>
              <p:ext uri="{1162E1C5-73C7-4A58-AE30-91384D911F3F}">
                <p184:classification xmlns:p184="http://schemas.microsoft.com/office/powerpoint/2018/4/main" xmlns="" val="hdr"/>
              </p:ext>
            </p:extLst>
          </p:nvPr>
        </p:nvSpPr>
        <p:spPr>
          <a:xfrm>
            <a:off x="5095875" y="63500"/>
            <a:ext cx="2044700" cy="152400"/>
          </a:xfrm>
          <a:prstGeom prst="rect">
            <a:avLst/>
          </a:prstGeom>
        </p:spPr>
        <p:txBody>
          <a:bodyPr horzOverflow="overflow" lIns="0" tIns="0" rIns="0" bIns="0">
            <a:spAutoFit/>
          </a:bodyPr>
          <a:lstStyle/>
          <a:p>
            <a:pPr algn="l"/>
            <a:r>
              <a:rPr lang="en-US" sz="1000">
                <a:solidFill>
                  <a:srgbClr val="000000">
                    <a:alpha val="50000"/>
                  </a:srgbClr>
                </a:solidFill>
                <a:latin typeface="Verdana" panose="020B0604030504040204" pitchFamily="34" charset="0"/>
                <a:ea typeface="Verdana" panose="020B0604030504040204" pitchFamily="34" charset="0"/>
              </a:rPr>
              <a:t>Classification: Internal Purpose</a:t>
            </a:r>
          </a:p>
        </p:txBody>
      </p:sp>
    </p:spTree>
    <p:extLst>
      <p:ext uri="{BB962C8B-B14F-4D97-AF65-F5344CB8AC3E}">
        <p14:creationId xmlns:p14="http://schemas.microsoft.com/office/powerpoint/2010/main" val="35313718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www.windpowerexpo.org/"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9.jpg"/><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9.jpg"/><Relationship Id="rId4" Type="http://schemas.openxmlformats.org/officeDocument/2006/relationships/image" Target="../media/image8.jpg"/></Relationships>
</file>

<file path=ppt/slides/_rels/slide4.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9.jpg"/><Relationship Id="rId10" Type="http://schemas.openxmlformats.org/officeDocument/2006/relationships/image" Target="../media/image13.jpeg"/><Relationship Id="rId4" Type="http://schemas.openxmlformats.org/officeDocument/2006/relationships/image" Target="../media/image8.jp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9.jpg"/><Relationship Id="rId10" Type="http://schemas.openxmlformats.org/officeDocument/2006/relationships/image" Target="../media/image15.png"/><Relationship Id="rId4" Type="http://schemas.openxmlformats.org/officeDocument/2006/relationships/image" Target="../media/image8.jp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9.jpg"/><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9.jpg"/><Relationship Id="rId10" Type="http://schemas.openxmlformats.org/officeDocument/2006/relationships/image" Target="../media/image18.png"/><Relationship Id="rId4" Type="http://schemas.openxmlformats.org/officeDocument/2006/relationships/image" Target="../media/image8.jp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9.jpg"/><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png"/><Relationship Id="rId7"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9.jpg"/><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8" Type="http://schemas.openxmlformats.org/officeDocument/2006/relationships/image" Target="../media/image9.jpg"/><Relationship Id="rId3" Type="http://schemas.openxmlformats.org/officeDocument/2006/relationships/image" Target="../media/image7.png"/><Relationship Id="rId7" Type="http://schemas.openxmlformats.org/officeDocument/2006/relationships/image" Target="../media/image8.jp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10.png"/><Relationship Id="rId4" Type="http://schemas.openxmlformats.org/officeDocument/2006/relationships/image" Target="../media/image21.png"/><Relationship Id="rId9"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media/image9.jpg"/><Relationship Id="rId3" Type="http://schemas.openxmlformats.org/officeDocument/2006/relationships/image" Target="../media/image7.png"/><Relationship Id="rId7" Type="http://schemas.openxmlformats.org/officeDocument/2006/relationships/image" Target="../media/image8.jp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25.jpeg"/><Relationship Id="rId5" Type="http://schemas.openxmlformats.org/officeDocument/2006/relationships/image" Target="cid:717a150d-9d68-422b-984c-e7145416067d@EURPRD10.PROD.OUTLOOK.COM" TargetMode="External"/><Relationship Id="rId10" Type="http://schemas.openxmlformats.org/officeDocument/2006/relationships/image" Target="../media/image10.png"/><Relationship Id="rId4" Type="http://schemas.openxmlformats.org/officeDocument/2006/relationships/image" Target="../media/image24.jpeg"/><Relationship Id="rId9"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8.jpg"/><Relationship Id="rId4" Type="http://schemas.openxmlformats.org/officeDocument/2006/relationships/image" Target="../media/image7.png"/><Relationship Id="rId9" Type="http://schemas.openxmlformats.org/officeDocument/2006/relationships/image" Target="../media/image5.png"/></Relationships>
</file>

<file path=ppt/slides/_rels/slide1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7.png"/><Relationship Id="rId7" Type="http://schemas.openxmlformats.org/officeDocument/2006/relationships/image" Target="../media/image9.jp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8.jpg"/><Relationship Id="rId5" Type="http://schemas.openxmlformats.org/officeDocument/2006/relationships/image" Target="cid:97c570a5-37d3-4495-9c0b-de5823b8a4e0@EURPRD10.PROD.OUTLOOK.COM" TargetMode="External"/><Relationship Id="rId10" Type="http://schemas.openxmlformats.org/officeDocument/2006/relationships/image" Target="../media/image28.jpeg"/><Relationship Id="rId4" Type="http://schemas.openxmlformats.org/officeDocument/2006/relationships/image" Target="../media/image27.jpeg"/><Relationship Id="rId9" Type="http://schemas.openxmlformats.org/officeDocument/2006/relationships/image" Target="../media/image10.png"/></Relationships>
</file>

<file path=ppt/slides/_rels/slide15.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image" Target="../media/image9.jpg"/><Relationship Id="rId7"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jp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5.png"/></Relationships>
</file>

<file path=ppt/slides/_rels/slide16.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10.png"/><Relationship Id="rId7" Type="http://schemas.openxmlformats.org/officeDocument/2006/relationships/image" Target="../media/image30.jpeg"/><Relationship Id="rId12" Type="http://schemas.openxmlformats.org/officeDocument/2006/relationships/image" Target="../media/image3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33.jpeg"/><Relationship Id="rId5" Type="http://schemas.openxmlformats.org/officeDocument/2006/relationships/image" Target="../media/image6.png"/><Relationship Id="rId10" Type="http://schemas.openxmlformats.org/officeDocument/2006/relationships/image" Target="../media/image32.jpeg"/><Relationship Id="rId4" Type="http://schemas.openxmlformats.org/officeDocument/2006/relationships/image" Target="../media/image9.jpg"/><Relationship Id="rId9" Type="http://schemas.openxmlformats.org/officeDocument/2006/relationships/image" Target="../media/image31.png"/></Relationships>
</file>

<file path=ppt/slides/_rels/slide17.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9.jpg"/><Relationship Id="rId10" Type="http://schemas.openxmlformats.org/officeDocument/2006/relationships/image" Target="../media/image37.jpeg"/><Relationship Id="rId4" Type="http://schemas.openxmlformats.org/officeDocument/2006/relationships/image" Target="../media/image8.jpg"/><Relationship Id="rId9" Type="http://schemas.openxmlformats.org/officeDocument/2006/relationships/image" Target="../media/image36.jpeg"/></Relationships>
</file>

<file path=ppt/slides/_rels/slide18.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9.jpg"/><Relationship Id="rId4" Type="http://schemas.openxmlformats.org/officeDocument/2006/relationships/image" Target="../media/image8.jpg"/></Relationships>
</file>

<file path=ppt/slides/_rels/slide1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png"/><Relationship Id="rId7"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39.png"/><Relationship Id="rId9" Type="http://schemas.openxmlformats.org/officeDocument/2006/relationships/image" Target="../media/image5.png"/></Relationships>
</file>

<file path=ppt/slides/_rels/slide2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png"/><Relationship Id="rId7"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8" Type="http://schemas.openxmlformats.org/officeDocument/2006/relationships/image" Target="../media/image41.jpeg"/><Relationship Id="rId3" Type="http://schemas.openxmlformats.org/officeDocument/2006/relationships/image" Target="../media/image6.png"/><Relationship Id="rId7"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png"/><Relationship Id="rId9" Type="http://schemas.openxmlformats.org/officeDocument/2006/relationships/image" Target="cid:22d44c5c-c17c-417c-aa48-73c61e7ab0b1@EURPRD10.PROD.OUTLOOK.COM"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42.jpe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9.jpg"/><Relationship Id="rId4" Type="http://schemas.openxmlformats.org/officeDocument/2006/relationships/image" Target="../media/image8.jpg"/><Relationship Id="rId9" Type="http://schemas.openxmlformats.org/officeDocument/2006/relationships/image" Target="../media/image5.png"/></Relationships>
</file>

<file path=ppt/slides/_rels/slide2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png"/><Relationship Id="rId7"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43.jpeg"/></Relationships>
</file>

<file path=ppt/slides/_rels/slide2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png"/><Relationship Id="rId7"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44.jpeg"/></Relationships>
</file>

<file path=ppt/slides/_rels/slide25.xml.rels><?xml version="1.0" encoding="UTF-8" standalone="yes"?>
<Relationships xmlns="http://schemas.openxmlformats.org/package/2006/relationships"><Relationship Id="rId8" Type="http://schemas.openxmlformats.org/officeDocument/2006/relationships/image" Target="../media/image45.jpeg"/><Relationship Id="rId3" Type="http://schemas.openxmlformats.org/officeDocument/2006/relationships/image" Target="../media/image3.png"/><Relationship Id="rId7" Type="http://schemas.openxmlformats.org/officeDocument/2006/relationships/image" Target="../media/image8.jpg"/><Relationship Id="rId12" Type="http://schemas.openxmlformats.org/officeDocument/2006/relationships/image" Target="../media/image5.png"/><Relationship Id="rId2" Type="http://schemas.openxmlformats.org/officeDocument/2006/relationships/image" Target="../media/image9.jp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48.jpeg"/><Relationship Id="rId5" Type="http://schemas.openxmlformats.org/officeDocument/2006/relationships/image" Target="../media/image6.png"/><Relationship Id="rId10" Type="http://schemas.openxmlformats.org/officeDocument/2006/relationships/image" Target="../media/image47.jpeg"/><Relationship Id="rId4" Type="http://schemas.openxmlformats.org/officeDocument/2006/relationships/image" Target="../media/image10.png"/><Relationship Id="rId9" Type="http://schemas.openxmlformats.org/officeDocument/2006/relationships/image" Target="../media/image46.jpeg"/></Relationships>
</file>

<file path=ppt/slides/_rels/slide2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3.png"/><Relationship Id="rId2" Type="http://schemas.openxmlformats.org/officeDocument/2006/relationships/image" Target="../media/image49.jpeg"/><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jpg"/><Relationship Id="rId10"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image" Target="../media/image50.jpeg"/></Relationships>
</file>

<file path=ppt/slides/_rels/slide27.xml.rels><?xml version="1.0" encoding="UTF-8" standalone="yes"?>
<Relationships xmlns="http://schemas.openxmlformats.org/package/2006/relationships"><Relationship Id="rId8" Type="http://schemas.openxmlformats.org/officeDocument/2006/relationships/image" Target="../media/image51.jpe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9.jpg"/><Relationship Id="rId10" Type="http://schemas.openxmlformats.org/officeDocument/2006/relationships/image" Target="../media/image5.png"/><Relationship Id="rId4" Type="http://schemas.openxmlformats.org/officeDocument/2006/relationships/image" Target="../media/image8.jpg"/><Relationship Id="rId9" Type="http://schemas.openxmlformats.org/officeDocument/2006/relationships/image" Target="../media/image52.jpeg"/></Relationships>
</file>

<file path=ppt/slides/_rels/slide28.xml.rels><?xml version="1.0" encoding="UTF-8" standalone="yes"?>
<Relationships xmlns="http://schemas.openxmlformats.org/package/2006/relationships"><Relationship Id="rId8" Type="http://schemas.openxmlformats.org/officeDocument/2006/relationships/image" Target="../media/image53.jpe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image" Target="../media/image5.png"/><Relationship Id="rId5" Type="http://schemas.openxmlformats.org/officeDocument/2006/relationships/image" Target="../media/image9.jpg"/><Relationship Id="rId10" Type="http://schemas.openxmlformats.org/officeDocument/2006/relationships/image" Target="../media/image55.jpeg"/><Relationship Id="rId4" Type="http://schemas.openxmlformats.org/officeDocument/2006/relationships/image" Target="../media/image8.jpg"/><Relationship Id="rId9" Type="http://schemas.openxmlformats.org/officeDocument/2006/relationships/image" Target="../media/image54.jpeg"/></Relationships>
</file>

<file path=ppt/slides/_rels/slide2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3.png"/><Relationship Id="rId2" Type="http://schemas.openxmlformats.org/officeDocument/2006/relationships/image" Target="../media/image56.jpeg"/><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png"/><Relationship Id="rId9" Type="http://schemas.openxmlformats.org/officeDocument/2006/relationships/image" Target="../media/image5.png"/></Relationships>
</file>

<file path=ppt/slides/_rels/slide30.xml.rels><?xml version="1.0" encoding="UTF-8" standalone="yes"?>
<Relationships xmlns="http://schemas.openxmlformats.org/package/2006/relationships"><Relationship Id="rId8" Type="http://schemas.openxmlformats.org/officeDocument/2006/relationships/image" Target="../media/image57.jpeg"/><Relationship Id="rId3" Type="http://schemas.openxmlformats.org/officeDocument/2006/relationships/image" Target="../media/image7.png"/><Relationship Id="rId7" Type="http://schemas.openxmlformats.org/officeDocument/2006/relationships/image" Target="../media/image10.png"/><Relationship Id="rId12" Type="http://schemas.openxmlformats.org/officeDocument/2006/relationships/image" Target="../media/image60.jpe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image" Target="../media/image5.png"/><Relationship Id="rId5" Type="http://schemas.openxmlformats.org/officeDocument/2006/relationships/image" Target="../media/image9.jpg"/><Relationship Id="rId10" Type="http://schemas.openxmlformats.org/officeDocument/2006/relationships/image" Target="../media/image59.jpeg"/><Relationship Id="rId4" Type="http://schemas.openxmlformats.org/officeDocument/2006/relationships/image" Target="../media/image8.jpg"/><Relationship Id="rId9" Type="http://schemas.openxmlformats.org/officeDocument/2006/relationships/image" Target="../media/image58.jpeg"/></Relationships>
</file>

<file path=ppt/slides/_rels/slide31.xml.rels><?xml version="1.0" encoding="UTF-8" standalone="yes"?>
<Relationships xmlns="http://schemas.openxmlformats.org/package/2006/relationships"><Relationship Id="rId8" Type="http://schemas.openxmlformats.org/officeDocument/2006/relationships/image" Target="../media/image61.jpe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9.jpg"/><Relationship Id="rId10" Type="http://schemas.openxmlformats.org/officeDocument/2006/relationships/image" Target="../media/image5.png"/><Relationship Id="rId4" Type="http://schemas.openxmlformats.org/officeDocument/2006/relationships/image" Target="../media/image8.jpg"/><Relationship Id="rId9" Type="http://schemas.openxmlformats.org/officeDocument/2006/relationships/image" Target="../media/image62.jpeg"/></Relationships>
</file>

<file path=ppt/slides/_rels/slide3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3.png"/><Relationship Id="rId2" Type="http://schemas.openxmlformats.org/officeDocument/2006/relationships/image" Target="../media/image56.jpeg"/><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png"/><Relationship Id="rId9" Type="http://schemas.openxmlformats.org/officeDocument/2006/relationships/image" Target="../media/image5.png"/></Relationships>
</file>

<file path=ppt/slides/_rels/slide33.xml.rels><?xml version="1.0" encoding="UTF-8" standalone="yes"?>
<Relationships xmlns="http://schemas.openxmlformats.org/package/2006/relationships"><Relationship Id="rId8" Type="http://schemas.openxmlformats.org/officeDocument/2006/relationships/image" Target="../media/image63.jpe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9.jpg"/><Relationship Id="rId10" Type="http://schemas.openxmlformats.org/officeDocument/2006/relationships/image" Target="../media/image5.png"/><Relationship Id="rId4" Type="http://schemas.openxmlformats.org/officeDocument/2006/relationships/image" Target="../media/image8.jpg"/><Relationship Id="rId9" Type="http://schemas.openxmlformats.org/officeDocument/2006/relationships/image" Target="../media/image64.jpeg"/></Relationships>
</file>

<file path=ppt/slides/_rels/slide34.xml.rels><?xml version="1.0" encoding="UTF-8" standalone="yes"?>
<Relationships xmlns="http://schemas.openxmlformats.org/package/2006/relationships"><Relationship Id="rId8" Type="http://schemas.openxmlformats.org/officeDocument/2006/relationships/image" Target="../media/image65.jpe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9.jpg"/><Relationship Id="rId4" Type="http://schemas.openxmlformats.org/officeDocument/2006/relationships/image" Target="../media/image8.jpg"/><Relationship Id="rId9" Type="http://schemas.openxmlformats.org/officeDocument/2006/relationships/image" Target="../media/image66.jpeg"/></Relationships>
</file>

<file path=ppt/slides/_rels/slide35.xml.rels><?xml version="1.0" encoding="UTF-8" standalone="yes"?>
<Relationships xmlns="http://schemas.openxmlformats.org/package/2006/relationships"><Relationship Id="rId8" Type="http://schemas.openxmlformats.org/officeDocument/2006/relationships/image" Target="../media/image67.jpe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9.jpg"/><Relationship Id="rId4" Type="http://schemas.openxmlformats.org/officeDocument/2006/relationships/image" Target="../media/image8.jpg"/><Relationship Id="rId9" Type="http://schemas.openxmlformats.org/officeDocument/2006/relationships/image" Target="../media/image68.jpeg"/></Relationships>
</file>

<file path=ppt/slides/_rels/slide36.xml.rels><?xml version="1.0" encoding="UTF-8" standalone="yes"?>
<Relationships xmlns="http://schemas.openxmlformats.org/package/2006/relationships"><Relationship Id="rId8" Type="http://schemas.openxmlformats.org/officeDocument/2006/relationships/image" Target="../media/image69.jpe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9.jpg"/><Relationship Id="rId10" Type="http://schemas.openxmlformats.org/officeDocument/2006/relationships/image" Target="../media/image71.jpeg"/><Relationship Id="rId4" Type="http://schemas.openxmlformats.org/officeDocument/2006/relationships/image" Target="../media/image8.jpg"/><Relationship Id="rId9" Type="http://schemas.openxmlformats.org/officeDocument/2006/relationships/image" Target="../media/image70.jpeg"/></Relationships>
</file>

<file path=ppt/slides/_rels/slide37.xml.rels><?xml version="1.0" encoding="UTF-8" standalone="yes"?>
<Relationships xmlns="http://schemas.openxmlformats.org/package/2006/relationships"><Relationship Id="rId8" Type="http://schemas.openxmlformats.org/officeDocument/2006/relationships/image" Target="../media/image72.jpe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image" Target="../media/image5.png"/><Relationship Id="rId5" Type="http://schemas.openxmlformats.org/officeDocument/2006/relationships/image" Target="../media/image9.jpg"/><Relationship Id="rId10" Type="http://schemas.openxmlformats.org/officeDocument/2006/relationships/image" Target="../media/image74.jpeg"/><Relationship Id="rId4" Type="http://schemas.openxmlformats.org/officeDocument/2006/relationships/image" Target="../media/image8.jpg"/><Relationship Id="rId9" Type="http://schemas.openxmlformats.org/officeDocument/2006/relationships/image" Target="../media/image73.jpeg"/></Relationships>
</file>

<file path=ppt/slides/_rels/slide3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3.png"/><Relationship Id="rId2" Type="http://schemas.openxmlformats.org/officeDocument/2006/relationships/image" Target="../media/image75.jpeg"/><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jpg"/><Relationship Id="rId10"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image" Target="../media/image76.jpeg"/></Relationships>
</file>

<file path=ppt/slides/_rels/slide39.xml.rels><?xml version="1.0" encoding="UTF-8" standalone="yes"?>
<Relationships xmlns="http://schemas.openxmlformats.org/package/2006/relationships"><Relationship Id="rId8" Type="http://schemas.openxmlformats.org/officeDocument/2006/relationships/image" Target="../media/image76.jpe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9.jpg"/><Relationship Id="rId4"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423ADBC6-2996-4ED6-D69D-FCA89ADC47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912" y="-319468"/>
            <a:ext cx="10650176" cy="7177468"/>
          </a:xfrm>
          <a:prstGeom prst="rect">
            <a:avLst/>
          </a:prstGeom>
          <a:ln>
            <a:noFill/>
          </a:ln>
          <a:effectLst>
            <a:softEdge rad="112500"/>
          </a:effectLst>
        </p:spPr>
      </p:pic>
      <p:pic>
        <p:nvPicPr>
          <p:cNvPr id="5" name="Image 4" descr="Une image contenant texte, Police, logo, Graphique&#10;&#10;Le contenu généré par l’IA peut être incorrect.">
            <a:extLst>
              <a:ext uri="{FF2B5EF4-FFF2-40B4-BE49-F238E27FC236}">
                <a16:creationId xmlns:a16="http://schemas.microsoft.com/office/drawing/2014/main" id="{23F3006F-495D-71F6-69C0-75AA9990B1AE}"/>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xmlns="" r:id="rId4"/>
              </a:ext>
            </a:extLst>
          </a:blip>
          <a:stretch>
            <a:fillRect/>
          </a:stretch>
        </p:blipFill>
        <p:spPr bwMode="auto">
          <a:xfrm>
            <a:off x="1014414" y="1286428"/>
            <a:ext cx="3705225" cy="675640"/>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sp>
        <p:nvSpPr>
          <p:cNvPr id="6" name="Zone de texte 2">
            <a:extLst>
              <a:ext uri="{FF2B5EF4-FFF2-40B4-BE49-F238E27FC236}">
                <a16:creationId xmlns:a16="http://schemas.microsoft.com/office/drawing/2014/main" id="{17AD5D61-91DE-C8CC-A48A-3881D336CC95}"/>
              </a:ext>
            </a:extLst>
          </p:cNvPr>
          <p:cNvSpPr txBox="1">
            <a:spLocks noChangeArrowheads="1"/>
          </p:cNvSpPr>
          <p:nvPr/>
        </p:nvSpPr>
        <p:spPr bwMode="auto">
          <a:xfrm>
            <a:off x="5447902" y="5652707"/>
            <a:ext cx="3322186" cy="981231"/>
          </a:xfrm>
          <a:prstGeom prst="rect">
            <a:avLst/>
          </a:prstGeom>
          <a:noFill/>
          <a:ln w="9525">
            <a:noFill/>
            <a:miter lim="800000"/>
            <a:headEnd/>
            <a:tailEnd/>
          </a:ln>
        </p:spPr>
        <p:txBody>
          <a:bodyPr rot="0" vert="horz" wrap="square" lIns="91440" tIns="45720" rIns="91440" bIns="45720" anchor="t" anchorCtr="0">
            <a:spAutoFit/>
          </a:bodyPr>
          <a:lstStyle/>
          <a:p>
            <a:pPr>
              <a:lnSpc>
                <a:spcPct val="107000"/>
              </a:lnSpc>
              <a:spcAft>
                <a:spcPts val="800"/>
              </a:spcAft>
              <a:buNone/>
            </a:pPr>
            <a:r>
              <a:rPr lang="fr-FR" sz="1400" b="1" dirty="0">
                <a:effectLst/>
                <a:latin typeface="Aptos" panose="020B0004020202020204" pitchFamily="34" charset="0"/>
                <a:ea typeface="Aptos" panose="020B0004020202020204" pitchFamily="34" charset="0"/>
                <a:cs typeface="Times New Roman" panose="02020603050405020304" pitchFamily="18" charset="0"/>
              </a:rPr>
              <a:t>Alternant : Floryan ROSE</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fr-FR" sz="1400" b="1" dirty="0">
                <a:effectLst/>
                <a:latin typeface="Aptos" panose="020B0004020202020204" pitchFamily="34" charset="0"/>
                <a:ea typeface="Aptos" panose="020B0004020202020204" pitchFamily="34" charset="0"/>
                <a:cs typeface="Times New Roman" panose="02020603050405020304" pitchFamily="18" charset="0"/>
              </a:rPr>
              <a:t>Tuteur entreprise : Steve BOUDAL </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fr-FR" sz="1400" b="1" dirty="0">
                <a:effectLst/>
                <a:latin typeface="Aptos" panose="020B0004020202020204" pitchFamily="34" charset="0"/>
                <a:ea typeface="Aptos" panose="020B0004020202020204" pitchFamily="34" charset="0"/>
                <a:cs typeface="Times New Roman" panose="02020603050405020304" pitchFamily="18" charset="0"/>
              </a:rPr>
              <a:t>Tuteur enseignant : Larbi CHRIFI</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7" name="Zone de texte 2">
            <a:extLst>
              <a:ext uri="{FF2B5EF4-FFF2-40B4-BE49-F238E27FC236}">
                <a16:creationId xmlns:a16="http://schemas.microsoft.com/office/drawing/2014/main" id="{B922D578-8F0E-A01A-9BF6-851F1F2DE3EC}"/>
              </a:ext>
            </a:extLst>
          </p:cNvPr>
          <p:cNvSpPr txBox="1">
            <a:spLocks noChangeArrowheads="1"/>
          </p:cNvSpPr>
          <p:nvPr/>
        </p:nvSpPr>
        <p:spPr bwMode="auto">
          <a:xfrm>
            <a:off x="3362938" y="501862"/>
            <a:ext cx="4838700" cy="927100"/>
          </a:xfrm>
          <a:prstGeom prst="rect">
            <a:avLst/>
          </a:prstGeom>
          <a:noFill/>
          <a:ln w="9525">
            <a:noFill/>
            <a:miter lim="800000"/>
            <a:headEnd/>
            <a:tailEnd/>
          </a:ln>
        </p:spPr>
        <p:txBody>
          <a:bodyPr rot="0" vert="horz" wrap="square" lIns="91440" tIns="45720" rIns="91440" bIns="45720" anchor="t" anchorCtr="0">
            <a:noAutofit/>
          </a:bodyPr>
          <a:lstStyle/>
          <a:p>
            <a:pPr algn="ctr">
              <a:lnSpc>
                <a:spcPct val="107000"/>
              </a:lnSpc>
              <a:spcAft>
                <a:spcPts val="800"/>
              </a:spcAft>
            </a:pPr>
            <a:r>
              <a:rPr lang="fr-FR" sz="2800" b="1" dirty="0">
                <a:ln w="6731" cap="flat" cmpd="sng" algn="ctr">
                  <a:solidFill>
                    <a:srgbClr val="FFFFFF"/>
                  </a:solidFill>
                  <a:prstDash val="solid"/>
                  <a:round/>
                </a:ln>
                <a:solidFill>
                  <a:srgbClr val="262626"/>
                </a:solidFill>
                <a:effectLst>
                  <a:outerShdw dist="38100" dir="2700000" algn="bl">
                    <a:schemeClr val="accent5"/>
                  </a:outerShdw>
                </a:effectLst>
                <a:latin typeface="72 Black" panose="020B0A04030603020204" pitchFamily="34" charset="0"/>
                <a:ea typeface="Aptos" panose="020B0004020202020204" pitchFamily="34" charset="0"/>
                <a:cs typeface="Times New Roman" panose="02020603050405020304" pitchFamily="18" charset="0"/>
              </a:rPr>
              <a:t>Présentation entreprise et projet NORDEX</a:t>
            </a:r>
            <a:endParaRPr lang="en-US" sz="1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ZoneTexte 7">
            <a:extLst>
              <a:ext uri="{FF2B5EF4-FFF2-40B4-BE49-F238E27FC236}">
                <a16:creationId xmlns:a16="http://schemas.microsoft.com/office/drawing/2014/main" id="{EF9A3254-3D6A-2721-8AE2-F1B411BF7946}"/>
              </a:ext>
            </a:extLst>
          </p:cNvPr>
          <p:cNvSpPr txBox="1"/>
          <p:nvPr/>
        </p:nvSpPr>
        <p:spPr>
          <a:xfrm>
            <a:off x="11669486" y="6487886"/>
            <a:ext cx="324040" cy="369332"/>
          </a:xfrm>
          <a:prstGeom prst="rect">
            <a:avLst/>
          </a:prstGeom>
          <a:noFill/>
        </p:spPr>
        <p:txBody>
          <a:bodyPr wrap="square" rtlCol="0">
            <a:spAutoFit/>
          </a:bodyPr>
          <a:lstStyle/>
          <a:p>
            <a:r>
              <a:rPr lang="fr-FR" b="1" dirty="0">
                <a:solidFill>
                  <a:schemeClr val="bg2">
                    <a:lumMod val="50000"/>
                  </a:schemeClr>
                </a:solidFill>
              </a:rPr>
              <a:t>1</a:t>
            </a:r>
            <a:endParaRPr lang="en-US" b="1" dirty="0">
              <a:solidFill>
                <a:schemeClr val="bg2">
                  <a:lumMod val="50000"/>
                </a:schemeClr>
              </a:solidFill>
            </a:endParaRPr>
          </a:p>
        </p:txBody>
      </p:sp>
      <p:pic>
        <p:nvPicPr>
          <p:cNvPr id="2" name="Image 1" descr="Une image contenant Graphique, Police, graphisme, logo&#10;&#10;Le contenu généré par l’IA peut être incorrect.">
            <a:extLst>
              <a:ext uri="{FF2B5EF4-FFF2-40B4-BE49-F238E27FC236}">
                <a16:creationId xmlns:a16="http://schemas.microsoft.com/office/drawing/2014/main" id="{6003CC92-51A8-F5D0-7AFC-3F83B1D91AF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478960" y="2111634"/>
            <a:ext cx="1325880" cy="596900"/>
          </a:xfrm>
          <a:prstGeom prst="rect">
            <a:avLst/>
          </a:prstGeom>
          <a:noFill/>
        </p:spPr>
      </p:pic>
      <p:pic>
        <p:nvPicPr>
          <p:cNvPr id="3" name="Image 2" descr="Une image contenant logo, Police, Graphique, symbole&#10;&#10;Le contenu généré par l’IA peut être incorrect.">
            <a:extLst>
              <a:ext uri="{FF2B5EF4-FFF2-40B4-BE49-F238E27FC236}">
                <a16:creationId xmlns:a16="http://schemas.microsoft.com/office/drawing/2014/main" id="{B17DD6AA-8DFB-EFB0-4A98-E72C32EF4821}"/>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272835" y="2098934"/>
            <a:ext cx="1126490" cy="647700"/>
          </a:xfrm>
          <a:prstGeom prst="rect">
            <a:avLst/>
          </a:prstGeom>
          <a:noFill/>
        </p:spPr>
      </p:pic>
      <p:pic>
        <p:nvPicPr>
          <p:cNvPr id="9" name="Image 8"/>
          <p:cNvPicPr>
            <a:picLocks noChangeAspect="1"/>
          </p:cNvPicPr>
          <p:nvPr/>
        </p:nvPicPr>
        <p:blipFill>
          <a:blip r:embed="rId7"/>
          <a:stretch>
            <a:fillRect/>
          </a:stretch>
        </p:blipFill>
        <p:spPr>
          <a:xfrm>
            <a:off x="5447903" y="6017994"/>
            <a:ext cx="2244668" cy="694994"/>
          </a:xfrm>
          <a:prstGeom prst="rect">
            <a:avLst/>
          </a:prstGeom>
        </p:spPr>
      </p:pic>
    </p:spTree>
    <p:extLst>
      <p:ext uri="{BB962C8B-B14F-4D97-AF65-F5344CB8AC3E}">
        <p14:creationId xmlns:p14="http://schemas.microsoft.com/office/powerpoint/2010/main" val="15350104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CDCF7C20-A3CD-028A-0F17-D567CB55E70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4" name="Image 3">
            <a:extLst>
              <a:ext uri="{FF2B5EF4-FFF2-40B4-BE49-F238E27FC236}">
                <a16:creationId xmlns:a16="http://schemas.microsoft.com/office/drawing/2014/main" id="{FF0E0307-1285-5199-5C6B-B82E592641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323CA883-E59F-C674-432B-6674DAF2DC96}"/>
              </a:ext>
            </a:extLst>
          </p:cNvPr>
          <p:cNvSpPr txBox="1"/>
          <p:nvPr/>
        </p:nvSpPr>
        <p:spPr>
          <a:xfrm>
            <a:off x="2987749" y="1640884"/>
            <a:ext cx="6889898" cy="3965445"/>
          </a:xfrm>
          <a:prstGeom prst="rect">
            <a:avLst/>
          </a:prstGeom>
          <a:noFill/>
        </p:spPr>
        <p:txBody>
          <a:bodyPr wrap="square" lIns="91440" tIns="45720" rIns="91440" bIns="45720" rtlCol="0" anchor="t">
            <a:spAutoFit/>
          </a:bodyPr>
          <a:lstStyle/>
          <a:p>
            <a:r>
              <a:rPr lang="fr-FR" b="1" dirty="0"/>
              <a:t>	</a:t>
            </a:r>
            <a:r>
              <a:rPr lang="fr-FR" sz="2000" b="1" dirty="0"/>
              <a:t>	</a:t>
            </a:r>
            <a:r>
              <a:rPr lang="fr-FR" sz="2000" b="1" u="sng" dirty="0"/>
              <a:t>Sommaire</a:t>
            </a:r>
          </a:p>
          <a:p>
            <a:endParaRPr lang="fr-FR" sz="2000" b="1" u="sng" dirty="0"/>
          </a:p>
          <a:p>
            <a:endParaRPr lang="fr-FR" sz="2000" b="1" u="sng" dirty="0"/>
          </a:p>
          <a:p>
            <a:pPr marL="342900" indent="-342900" algn="just">
              <a:lnSpc>
                <a:spcPct val="107000"/>
              </a:lnSpc>
              <a:buFont typeface="+mj-lt"/>
              <a:buAutoNum type="arabicPeriod"/>
            </a:pPr>
            <a:r>
              <a:rPr lang="fr-FR" sz="2000" dirty="0">
                <a:effectLst/>
                <a:latin typeface="Aptos"/>
                <a:ea typeface="Aptos" panose="020B0004020202020204" pitchFamily="34" charset="0"/>
                <a:cs typeface="Times New Roman"/>
              </a:rPr>
              <a:t>Présentation </a:t>
            </a:r>
            <a:r>
              <a:rPr lang="fr-FR" sz="2000" dirty="0">
                <a:latin typeface="Aptos"/>
                <a:ea typeface="Aptos" panose="020B0004020202020204" pitchFamily="34" charset="0"/>
                <a:cs typeface="Times New Roman"/>
              </a:rPr>
              <a:t>de la société</a:t>
            </a:r>
            <a:r>
              <a:rPr lang="fr-FR" sz="2000" dirty="0">
                <a:effectLst/>
                <a:latin typeface="Aptos"/>
                <a:ea typeface="Aptos" panose="020B0004020202020204" pitchFamily="34" charset="0"/>
                <a:cs typeface="Times New Roman"/>
              </a:rPr>
              <a:t>		</a:t>
            </a:r>
            <a:r>
              <a:rPr lang="fr-FR" sz="2000" dirty="0">
                <a:latin typeface="Aptos"/>
                <a:ea typeface="Aptos" panose="020B0004020202020204" pitchFamily="34" charset="0"/>
                <a:cs typeface="Times New Roman"/>
              </a:rPr>
              <a:t>  </a:t>
            </a:r>
          </a:p>
          <a:p>
            <a:pPr marL="342900" indent="-342900" algn="just">
              <a:lnSpc>
                <a:spcPct val="107000"/>
              </a:lnSpc>
              <a:buFont typeface="+mj-lt"/>
              <a:buAutoNum type="arabicPeriod"/>
            </a:pPr>
            <a:r>
              <a:rPr lang="fr-FR" sz="2000" dirty="0">
                <a:effectLst/>
                <a:latin typeface="Aptos"/>
                <a:ea typeface="Aptos" panose="020B0004020202020204" pitchFamily="34" charset="0"/>
                <a:cs typeface="Times New Roman"/>
              </a:rPr>
              <a:t>Nordex en France			</a:t>
            </a:r>
            <a:r>
              <a:rPr lang="fr-FR" sz="2000" b="1" i="1" dirty="0">
                <a:latin typeface="Aptos"/>
                <a:ea typeface="Aptos" panose="020B0004020202020204" pitchFamily="34" charset="0"/>
                <a:cs typeface="Times New Roman"/>
              </a:rPr>
              <a:t>           </a:t>
            </a:r>
          </a:p>
          <a:p>
            <a:pPr marL="342900" indent="-342900" algn="just">
              <a:lnSpc>
                <a:spcPct val="107000"/>
              </a:lnSpc>
              <a:buFont typeface="+mj-lt"/>
              <a:buAutoNum type="arabicPeriod"/>
            </a:pPr>
            <a:r>
              <a:rPr lang="fr-FR" sz="2000" dirty="0">
                <a:effectLst/>
                <a:latin typeface="Aptos"/>
                <a:ea typeface="Aptos" panose="020B0004020202020204" pitchFamily="34" charset="0"/>
                <a:cs typeface="Times New Roman"/>
              </a:rPr>
              <a:t>Nordex Villers-Bocage		</a:t>
            </a:r>
            <a:r>
              <a:rPr lang="fr-FR" sz="2000" b="1" i="1" dirty="0">
                <a:latin typeface="Aptos"/>
                <a:ea typeface="Aptos" panose="020B0004020202020204" pitchFamily="34" charset="0"/>
                <a:cs typeface="Times New Roman"/>
              </a:rPr>
              <a:t>        </a:t>
            </a:r>
          </a:p>
          <a:p>
            <a:pPr marL="342900" indent="-342900" algn="just">
              <a:lnSpc>
                <a:spcPct val="107000"/>
              </a:lnSpc>
              <a:buFontTx/>
              <a:buChar char="-"/>
            </a:pPr>
            <a:r>
              <a:rPr lang="fr-FR" sz="2000" dirty="0">
                <a:effectLst/>
                <a:latin typeface="Aptos"/>
                <a:ea typeface="Aptos" panose="020B0004020202020204" pitchFamily="34" charset="0"/>
                <a:cs typeface="Times New Roman"/>
              </a:rPr>
              <a:t>Présentation du SP			</a:t>
            </a:r>
          </a:p>
          <a:p>
            <a:pPr marL="342900" indent="-342900" algn="just">
              <a:lnSpc>
                <a:spcPct val="107000"/>
              </a:lnSpc>
              <a:buFont typeface="Calibri" panose="020F0502020204030204" pitchFamily="34" charset="0"/>
              <a:buChar char="-"/>
            </a:pPr>
            <a:r>
              <a:rPr lang="fr-FR" sz="2000" dirty="0">
                <a:effectLst/>
                <a:latin typeface="Aptos"/>
                <a:ea typeface="Aptos" panose="020B0004020202020204" pitchFamily="34" charset="0"/>
                <a:cs typeface="Times New Roman"/>
              </a:rPr>
              <a:t>Composition des E.P.I			</a:t>
            </a:r>
            <a:r>
              <a:rPr lang="fr-FR" sz="2000" dirty="0">
                <a:latin typeface="Aptos"/>
                <a:ea typeface="Aptos" panose="020B0004020202020204" pitchFamily="34" charset="0"/>
                <a:cs typeface="Times New Roman"/>
              </a:rPr>
              <a:t>  </a:t>
            </a:r>
            <a:r>
              <a:rPr lang="fr-FR" sz="2000" dirty="0">
                <a:effectLst/>
                <a:latin typeface="Aptos"/>
                <a:ea typeface="Aptos" panose="020B0004020202020204" pitchFamily="34" charset="0"/>
                <a:cs typeface="Times New Roman"/>
              </a:rPr>
              <a:t>	</a:t>
            </a:r>
            <a:r>
              <a:rPr lang="fr-FR" sz="2000" dirty="0">
                <a:latin typeface="Aptos"/>
                <a:ea typeface="Aptos" panose="020B0004020202020204" pitchFamily="34" charset="0"/>
                <a:cs typeface="Times New Roman"/>
              </a:rPr>
              <a:t>  </a:t>
            </a:r>
          </a:p>
          <a:p>
            <a:pPr marL="342900" indent="-342900" algn="just">
              <a:lnSpc>
                <a:spcPct val="107000"/>
              </a:lnSpc>
              <a:buFont typeface="Calibri" panose="020F0502020204030204" pitchFamily="34" charset="0"/>
              <a:buChar char="-"/>
            </a:pPr>
            <a:r>
              <a:rPr lang="fr-FR" sz="2000" dirty="0">
                <a:effectLst/>
                <a:latin typeface="Aptos"/>
                <a:ea typeface="Aptos" panose="020B0004020202020204" pitchFamily="34" charset="0"/>
                <a:cs typeface="Times New Roman"/>
              </a:rPr>
              <a:t>Zone de travail du SP</a:t>
            </a:r>
          </a:p>
          <a:p>
            <a:pPr marL="342900" indent="-342900" algn="just">
              <a:lnSpc>
                <a:spcPct val="107000"/>
              </a:lnSpc>
              <a:buFont typeface="Calibri" panose="020F0502020204030204" pitchFamily="34" charset="0"/>
              <a:buChar char="-"/>
            </a:pPr>
            <a:r>
              <a:rPr lang="fr-FR" sz="2000" dirty="0">
                <a:effectLst/>
                <a:latin typeface="Aptos"/>
                <a:ea typeface="Aptos" panose="020B0004020202020204" pitchFamily="34" charset="0"/>
                <a:cs typeface="Times New Roman"/>
              </a:rPr>
              <a:t>Formatio</a:t>
            </a:r>
            <a:r>
              <a:rPr lang="fr-FR" sz="2000" dirty="0">
                <a:latin typeface="Aptos"/>
                <a:ea typeface="Aptos" panose="020B0004020202020204" pitchFamily="34" charset="0"/>
                <a:cs typeface="Times New Roman"/>
              </a:rPr>
              <a:t>n</a:t>
            </a:r>
            <a:r>
              <a:rPr lang="fr-FR" sz="2000" dirty="0">
                <a:effectLst/>
                <a:latin typeface="Aptos"/>
                <a:ea typeface="Aptos" panose="020B0004020202020204" pitchFamily="34" charset="0"/>
                <a:cs typeface="Times New Roman"/>
              </a:rPr>
              <a:t>			</a:t>
            </a:r>
            <a:r>
              <a:rPr lang="fr-FR" sz="2000" dirty="0">
                <a:latin typeface="Aptos"/>
                <a:ea typeface="Aptos" panose="020B0004020202020204" pitchFamily="34" charset="0"/>
                <a:cs typeface="Times New Roman"/>
              </a:rPr>
              <a:t>  </a:t>
            </a:r>
          </a:p>
          <a:p>
            <a:pPr marL="342900" indent="-342900" algn="just">
              <a:lnSpc>
                <a:spcPct val="107000"/>
              </a:lnSpc>
              <a:buFont typeface="Calibri" panose="020F0502020204030204" pitchFamily="34" charset="0"/>
              <a:buChar char="-"/>
            </a:pPr>
            <a:r>
              <a:rPr lang="fr-FR" sz="2000" dirty="0">
                <a:effectLst/>
                <a:latin typeface="Aptos"/>
                <a:ea typeface="Aptos" panose="020B0004020202020204" pitchFamily="34" charset="0"/>
                <a:cs typeface="Times New Roman"/>
              </a:rPr>
              <a:t>Journée type au SP                        </a:t>
            </a:r>
            <a:r>
              <a:rPr lang="fr-FR" sz="2000" dirty="0">
                <a:latin typeface="Aptos"/>
                <a:ea typeface="Aptos" panose="020B0004020202020204" pitchFamily="34" charset="0"/>
                <a:cs typeface="Times New Roman"/>
              </a:rPr>
              <a:t>  </a:t>
            </a:r>
          </a:p>
          <a:p>
            <a:pPr algn="just">
              <a:lnSpc>
                <a:spcPct val="107000"/>
              </a:lnSpc>
            </a:pPr>
            <a:r>
              <a:rPr lang="fr-FR" sz="2000" dirty="0">
                <a:latin typeface="Aptos"/>
                <a:ea typeface="Aptos" panose="020B0004020202020204" pitchFamily="34" charset="0"/>
                <a:cs typeface="Times New Roman"/>
              </a:rPr>
              <a:t>4.  Conclusion        </a:t>
            </a:r>
            <a:endParaRPr lang="en-US" b="1" dirty="0"/>
          </a:p>
        </p:txBody>
      </p:sp>
      <p:sp>
        <p:nvSpPr>
          <p:cNvPr id="7" name="ZoneTexte 6">
            <a:extLst>
              <a:ext uri="{FF2B5EF4-FFF2-40B4-BE49-F238E27FC236}">
                <a16:creationId xmlns:a16="http://schemas.microsoft.com/office/drawing/2014/main" id="{93C2CBA3-3D77-CFD4-BFA4-662C5BC3BD4F}"/>
              </a:ext>
            </a:extLst>
          </p:cNvPr>
          <p:cNvSpPr txBox="1"/>
          <p:nvPr/>
        </p:nvSpPr>
        <p:spPr>
          <a:xfrm>
            <a:off x="11669486" y="6487886"/>
            <a:ext cx="324040" cy="369332"/>
          </a:xfrm>
          <a:prstGeom prst="rect">
            <a:avLst/>
          </a:prstGeom>
          <a:noFill/>
        </p:spPr>
        <p:txBody>
          <a:bodyPr wrap="square" rtlCol="0">
            <a:spAutoFit/>
          </a:bodyPr>
          <a:lstStyle/>
          <a:p>
            <a:r>
              <a:rPr lang="fr-FR" b="1" dirty="0">
                <a:solidFill>
                  <a:schemeClr val="bg2">
                    <a:lumMod val="50000"/>
                  </a:schemeClr>
                </a:solidFill>
              </a:rPr>
              <a:t>2</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649C1367-4E62-2EB3-6D4F-93E5CF7559C0}"/>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3" name="Image 2">
            <a:extLst>
              <a:ext uri="{FF2B5EF4-FFF2-40B4-BE49-F238E27FC236}">
                <a16:creationId xmlns:a16="http://schemas.microsoft.com/office/drawing/2014/main" id="{CDC669A4-9C2B-F493-1F70-1B57428D8F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8" name="Image 7">
            <a:extLst>
              <a:ext uri="{FF2B5EF4-FFF2-40B4-BE49-F238E27FC236}">
                <a16:creationId xmlns:a16="http://schemas.microsoft.com/office/drawing/2014/main" id="{E9F9DB68-8A41-D039-B631-802862180DC5}"/>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9" name="Image 8">
            <a:extLst>
              <a:ext uri="{FF2B5EF4-FFF2-40B4-BE49-F238E27FC236}">
                <a16:creationId xmlns:a16="http://schemas.microsoft.com/office/drawing/2014/main" id="{6C40F901-481D-4724-15EF-0445F3FD83EE}"/>
              </a:ext>
            </a:extLst>
          </p:cNvPr>
          <p:cNvPicPr>
            <a:picLocks noChangeAspect="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10" name="Rectangle 9">
            <a:extLst>
              <a:ext uri="{FF2B5EF4-FFF2-40B4-BE49-F238E27FC236}">
                <a16:creationId xmlns:a16="http://schemas.microsoft.com/office/drawing/2014/main" id="{86105E07-B084-0606-CB58-4D51CEDB3E0C}"/>
              </a:ext>
            </a:extLst>
          </p:cNvPr>
          <p:cNvSpPr/>
          <p:nvPr/>
        </p:nvSpPr>
        <p:spPr>
          <a:xfrm>
            <a:off x="362772" y="6057778"/>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ZoneTexte 10">
            <a:extLst>
              <a:ext uri="{FF2B5EF4-FFF2-40B4-BE49-F238E27FC236}">
                <a16:creationId xmlns:a16="http://schemas.microsoft.com/office/drawing/2014/main" id="{3B301CCA-ECC0-10A2-6990-38E40D84B0D7}"/>
              </a:ext>
            </a:extLst>
          </p:cNvPr>
          <p:cNvSpPr txBox="1"/>
          <p:nvPr/>
        </p:nvSpPr>
        <p:spPr>
          <a:xfrm>
            <a:off x="8491870" y="2534115"/>
            <a:ext cx="949842" cy="3139321"/>
          </a:xfrm>
          <a:prstGeom prst="rect">
            <a:avLst/>
          </a:prstGeom>
          <a:noFill/>
        </p:spPr>
        <p:txBody>
          <a:bodyPr wrap="square" rtlCol="0">
            <a:spAutoFit/>
          </a:bodyPr>
          <a:lstStyle/>
          <a:p>
            <a:r>
              <a:rPr lang="fr-FR" sz="2200" b="1" i="1" dirty="0"/>
              <a:t>p.3</a:t>
            </a:r>
          </a:p>
          <a:p>
            <a:r>
              <a:rPr lang="fr-FR" sz="2200" b="1" i="1" dirty="0"/>
              <a:t>p.8</a:t>
            </a:r>
          </a:p>
          <a:p>
            <a:r>
              <a:rPr lang="fr-FR" sz="2200" b="1" i="1" dirty="0"/>
              <a:t>p.11</a:t>
            </a:r>
          </a:p>
          <a:p>
            <a:r>
              <a:rPr lang="fr-FR" sz="2200" b="1" i="1" dirty="0"/>
              <a:t>p</a:t>
            </a:r>
            <a:r>
              <a:rPr lang="fr-FR" sz="2200" b="1" i="1"/>
              <a:t>.12</a:t>
            </a:r>
            <a:endParaRPr lang="en-US" sz="2200" b="1" i="1" dirty="0"/>
          </a:p>
          <a:p>
            <a:r>
              <a:rPr lang="fr-FR" sz="2200" b="1" i="1" dirty="0"/>
              <a:t>p.14</a:t>
            </a:r>
          </a:p>
          <a:p>
            <a:r>
              <a:rPr lang="fr-FR" sz="2200" b="1" i="1" dirty="0"/>
              <a:t>p.15</a:t>
            </a:r>
            <a:endParaRPr lang="en-US" sz="2200" b="1" i="1" dirty="0"/>
          </a:p>
          <a:p>
            <a:r>
              <a:rPr lang="fr-FR" sz="2200" b="1" i="1" dirty="0"/>
              <a:t>p.16</a:t>
            </a:r>
            <a:endParaRPr lang="en-US" sz="2200" b="1" i="1" dirty="0"/>
          </a:p>
          <a:p>
            <a:r>
              <a:rPr lang="fr-FR" sz="2200" b="1" i="1" dirty="0"/>
              <a:t>p.17</a:t>
            </a:r>
          </a:p>
          <a:p>
            <a:r>
              <a:rPr lang="fr-FR" sz="2200" b="1" i="1" dirty="0"/>
              <a:t>p.38</a:t>
            </a:r>
            <a:endParaRPr lang="en-US" sz="2200" b="1" i="1" dirty="0"/>
          </a:p>
        </p:txBody>
      </p:sp>
    </p:spTree>
    <p:extLst>
      <p:ext uri="{BB962C8B-B14F-4D97-AF65-F5344CB8AC3E}">
        <p14:creationId xmlns:p14="http://schemas.microsoft.com/office/powerpoint/2010/main" val="31095951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D95DC-E7C6-0CE0-8237-4F03CD992663}"/>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198A8C4A-EF47-48C2-60FB-37AC1568792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6EB560E2-F4E5-0F7A-9C5E-17707AB85E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10C26B19-6571-C56B-1D54-9095918C3BA0}"/>
              </a:ext>
            </a:extLst>
          </p:cNvPr>
          <p:cNvSpPr txBox="1"/>
          <p:nvPr/>
        </p:nvSpPr>
        <p:spPr>
          <a:xfrm>
            <a:off x="11669486" y="6487886"/>
            <a:ext cx="324040" cy="369332"/>
          </a:xfrm>
          <a:prstGeom prst="rect">
            <a:avLst/>
          </a:prstGeom>
          <a:noFill/>
        </p:spPr>
        <p:txBody>
          <a:bodyPr wrap="square" rtlCol="0">
            <a:spAutoFit/>
          </a:bodyPr>
          <a:lstStyle/>
          <a:p>
            <a:r>
              <a:rPr lang="fr-FR" b="1" dirty="0">
                <a:solidFill>
                  <a:schemeClr val="bg2">
                    <a:lumMod val="50000"/>
                  </a:schemeClr>
                </a:solidFill>
              </a:rPr>
              <a:t>3</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CA6C7293-E638-54DD-8CFD-DCC6C54B0528}"/>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3" name="Image 2">
            <a:extLst>
              <a:ext uri="{FF2B5EF4-FFF2-40B4-BE49-F238E27FC236}">
                <a16:creationId xmlns:a16="http://schemas.microsoft.com/office/drawing/2014/main" id="{0285657D-E32F-E1AB-D941-1DAF1045616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7" name="Image 6">
            <a:extLst>
              <a:ext uri="{FF2B5EF4-FFF2-40B4-BE49-F238E27FC236}">
                <a16:creationId xmlns:a16="http://schemas.microsoft.com/office/drawing/2014/main" id="{BA285105-52F2-8000-19DC-4028CD359D0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9" name="Image 8">
            <a:extLst>
              <a:ext uri="{FF2B5EF4-FFF2-40B4-BE49-F238E27FC236}">
                <a16:creationId xmlns:a16="http://schemas.microsoft.com/office/drawing/2014/main" id="{5C8B90CB-21F9-59DD-50E2-BA56D8317195}"/>
              </a:ext>
            </a:extLst>
          </p:cNvPr>
          <p:cNvPicPr>
            <a:picLocks noChangeAspect="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10" name="Rectangle 9">
            <a:extLst>
              <a:ext uri="{FF2B5EF4-FFF2-40B4-BE49-F238E27FC236}">
                <a16:creationId xmlns:a16="http://schemas.microsoft.com/office/drawing/2014/main" id="{07B1E291-6985-A47B-87E6-EB587F849EAD}"/>
              </a:ext>
            </a:extLst>
          </p:cNvPr>
          <p:cNvSpPr/>
          <p:nvPr/>
        </p:nvSpPr>
        <p:spPr>
          <a:xfrm>
            <a:off x="462030" y="6035954"/>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Résultat d’images pour ancien logo nordex ">
            <a:extLst>
              <a:ext uri="{FF2B5EF4-FFF2-40B4-BE49-F238E27FC236}">
                <a16:creationId xmlns:a16="http://schemas.microsoft.com/office/drawing/2014/main" id="{BCC1EF99-CE46-62D0-3CE1-32EC7F7F515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5845" y="2352676"/>
            <a:ext cx="3606034" cy="856054"/>
          </a:xfrm>
          <a:prstGeom prst="rect">
            <a:avLst/>
          </a:prstGeom>
          <a:noFill/>
          <a:extLst>
            <a:ext uri="{909E8E84-426E-40DD-AFC4-6F175D3DCCD1}">
              <a14:hiddenFill xmlns:a14="http://schemas.microsoft.com/office/drawing/2010/main">
                <a:solidFill>
                  <a:srgbClr val="FFFFFF"/>
                </a:solidFill>
              </a14:hiddenFill>
            </a:ext>
          </a:extLst>
        </p:spPr>
      </p:pic>
      <p:sp>
        <p:nvSpPr>
          <p:cNvPr id="11" name="ZoneTexte 10">
            <a:extLst>
              <a:ext uri="{FF2B5EF4-FFF2-40B4-BE49-F238E27FC236}">
                <a16:creationId xmlns:a16="http://schemas.microsoft.com/office/drawing/2014/main" id="{C8E0DA60-B7CC-287A-8344-EEFFC7582B37}"/>
              </a:ext>
            </a:extLst>
          </p:cNvPr>
          <p:cNvSpPr txBox="1"/>
          <p:nvPr/>
        </p:nvSpPr>
        <p:spPr>
          <a:xfrm>
            <a:off x="1723092" y="4092617"/>
            <a:ext cx="1943386" cy="369332"/>
          </a:xfrm>
          <a:prstGeom prst="rect">
            <a:avLst/>
          </a:prstGeom>
          <a:noFill/>
        </p:spPr>
        <p:txBody>
          <a:bodyPr wrap="square" rtlCol="0">
            <a:spAutoFit/>
          </a:bodyPr>
          <a:lstStyle/>
          <a:p>
            <a:r>
              <a:rPr lang="fr-FR" b="1" dirty="0">
                <a:solidFill>
                  <a:schemeClr val="accent1"/>
                </a:solidFill>
              </a:rPr>
              <a:t>Fondé en 1985</a:t>
            </a:r>
            <a:endParaRPr lang="en-US" b="1" dirty="0">
              <a:solidFill>
                <a:schemeClr val="accent1"/>
              </a:solidFill>
            </a:endParaRPr>
          </a:p>
        </p:txBody>
      </p:sp>
      <p:cxnSp>
        <p:nvCxnSpPr>
          <p:cNvPr id="13" name="Connecteur droit avec flèche 12">
            <a:extLst>
              <a:ext uri="{FF2B5EF4-FFF2-40B4-BE49-F238E27FC236}">
                <a16:creationId xmlns:a16="http://schemas.microsoft.com/office/drawing/2014/main" id="{91F44E15-F791-EDE9-F269-EBE5A9949E22}"/>
              </a:ext>
            </a:extLst>
          </p:cNvPr>
          <p:cNvCxnSpPr>
            <a:stCxn id="11" idx="0"/>
            <a:endCxn id="1026" idx="2"/>
          </p:cNvCxnSpPr>
          <p:nvPr/>
        </p:nvCxnSpPr>
        <p:spPr>
          <a:xfrm flipH="1" flipV="1">
            <a:off x="2598862" y="3208730"/>
            <a:ext cx="95923" cy="883887"/>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7" name="ZoneTexte 16">
            <a:extLst>
              <a:ext uri="{FF2B5EF4-FFF2-40B4-BE49-F238E27FC236}">
                <a16:creationId xmlns:a16="http://schemas.microsoft.com/office/drawing/2014/main" id="{F07CCD28-E133-0E89-B0AE-F0C7B69DA403}"/>
              </a:ext>
            </a:extLst>
          </p:cNvPr>
          <p:cNvSpPr txBox="1"/>
          <p:nvPr/>
        </p:nvSpPr>
        <p:spPr>
          <a:xfrm>
            <a:off x="2849039" y="1358219"/>
            <a:ext cx="6134986" cy="459421"/>
          </a:xfrm>
          <a:prstGeom prst="rect">
            <a:avLst/>
          </a:prstGeom>
          <a:noFill/>
        </p:spPr>
        <p:txBody>
          <a:bodyPr wrap="square">
            <a:spAutoFit/>
          </a:bodyPr>
          <a:lstStyle/>
          <a:p>
            <a:pPr marL="342900" lvl="0" indent="-342900" algn="ctr">
              <a:lnSpc>
                <a:spcPct val="107000"/>
              </a:lnSpc>
              <a:spcAft>
                <a:spcPts val="800"/>
              </a:spcAft>
              <a:buClr>
                <a:srgbClr val="0F4761"/>
              </a:buClr>
              <a:buFont typeface="+mj-lt"/>
              <a:buAutoNum type="arabicPeriod"/>
            </a:pPr>
            <a:r>
              <a:rPr lang="fr-FR" sz="2400" u="sng" dirty="0">
                <a:solidFill>
                  <a:srgbClr val="0F4761"/>
                </a:solidFill>
                <a:effectLst/>
                <a:latin typeface="Britannic Bold" panose="020B0903060703020204" pitchFamily="34" charset="0"/>
                <a:ea typeface="Aptos" panose="020B0004020202020204" pitchFamily="34" charset="0"/>
                <a:cs typeface="Times New Roman" panose="02020603050405020304" pitchFamily="18" charset="0"/>
              </a:rPr>
              <a:t>Présentation de la société</a:t>
            </a:r>
          </a:p>
        </p:txBody>
      </p:sp>
    </p:spTree>
    <p:extLst>
      <p:ext uri="{BB962C8B-B14F-4D97-AF65-F5344CB8AC3E}">
        <p14:creationId xmlns:p14="http://schemas.microsoft.com/office/powerpoint/2010/main" val="40254522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3A27E-311F-FA9A-2675-E800F8159E7D}"/>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36066DAA-7EF9-8933-D97C-5B72590DC38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DCD0033F-82A1-06DB-CC22-B732B625B2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59E228AF-1D6A-2EC5-EFF5-7E9A1C9FA2C0}"/>
              </a:ext>
            </a:extLst>
          </p:cNvPr>
          <p:cNvSpPr txBox="1"/>
          <p:nvPr/>
        </p:nvSpPr>
        <p:spPr>
          <a:xfrm>
            <a:off x="11669486" y="6487886"/>
            <a:ext cx="324040" cy="369332"/>
          </a:xfrm>
          <a:prstGeom prst="rect">
            <a:avLst/>
          </a:prstGeom>
          <a:noFill/>
        </p:spPr>
        <p:txBody>
          <a:bodyPr wrap="square" rtlCol="0">
            <a:spAutoFit/>
          </a:bodyPr>
          <a:lstStyle/>
          <a:p>
            <a:r>
              <a:rPr lang="fr-FR" b="1" dirty="0">
                <a:solidFill>
                  <a:schemeClr val="bg2">
                    <a:lumMod val="50000"/>
                  </a:schemeClr>
                </a:solidFill>
              </a:rPr>
              <a:t>4</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6A86E123-2637-1268-57E5-97C1C7BC30B2}"/>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3" name="Image 2">
            <a:extLst>
              <a:ext uri="{FF2B5EF4-FFF2-40B4-BE49-F238E27FC236}">
                <a16:creationId xmlns:a16="http://schemas.microsoft.com/office/drawing/2014/main" id="{10BD1B51-9662-7533-FCB1-0EA7F5BBD1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7" name="Image 6">
            <a:extLst>
              <a:ext uri="{FF2B5EF4-FFF2-40B4-BE49-F238E27FC236}">
                <a16:creationId xmlns:a16="http://schemas.microsoft.com/office/drawing/2014/main" id="{586CA79F-E100-71BE-C125-705E6B692828}"/>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9" name="Image 8">
            <a:extLst>
              <a:ext uri="{FF2B5EF4-FFF2-40B4-BE49-F238E27FC236}">
                <a16:creationId xmlns:a16="http://schemas.microsoft.com/office/drawing/2014/main" id="{4E609214-9292-1DD3-1314-F3FE2C0E60AD}"/>
              </a:ext>
            </a:extLst>
          </p:cNvPr>
          <p:cNvPicPr>
            <a:picLocks noChangeAspect="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10" name="Rectangle 9">
            <a:extLst>
              <a:ext uri="{FF2B5EF4-FFF2-40B4-BE49-F238E27FC236}">
                <a16:creationId xmlns:a16="http://schemas.microsoft.com/office/drawing/2014/main" id="{1C0A5525-41BB-568E-D658-F2C9F6955895}"/>
              </a:ext>
            </a:extLst>
          </p:cNvPr>
          <p:cNvSpPr/>
          <p:nvPr/>
        </p:nvSpPr>
        <p:spPr>
          <a:xfrm>
            <a:off x="462030" y="6035954"/>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Résultat d’images pour ancien logo nordex ">
            <a:extLst>
              <a:ext uri="{FF2B5EF4-FFF2-40B4-BE49-F238E27FC236}">
                <a16:creationId xmlns:a16="http://schemas.microsoft.com/office/drawing/2014/main" id="{A390DBB5-DA22-18BB-73A4-75CF369453E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5845" y="2352676"/>
            <a:ext cx="3606034" cy="856054"/>
          </a:xfrm>
          <a:prstGeom prst="rect">
            <a:avLst/>
          </a:prstGeom>
          <a:noFill/>
          <a:extLst>
            <a:ext uri="{909E8E84-426E-40DD-AFC4-6F175D3DCCD1}">
              <a14:hiddenFill xmlns:a14="http://schemas.microsoft.com/office/drawing/2010/main">
                <a:solidFill>
                  <a:srgbClr val="FFFFFF"/>
                </a:solidFill>
              </a14:hiddenFill>
            </a:ext>
          </a:extLst>
        </p:spPr>
      </p:pic>
      <p:sp>
        <p:nvSpPr>
          <p:cNvPr id="11" name="ZoneTexte 10">
            <a:extLst>
              <a:ext uri="{FF2B5EF4-FFF2-40B4-BE49-F238E27FC236}">
                <a16:creationId xmlns:a16="http://schemas.microsoft.com/office/drawing/2014/main" id="{72C8F86F-A82C-0EC7-6C10-26A1FAC78B0B}"/>
              </a:ext>
            </a:extLst>
          </p:cNvPr>
          <p:cNvSpPr txBox="1"/>
          <p:nvPr/>
        </p:nvSpPr>
        <p:spPr>
          <a:xfrm>
            <a:off x="1723092" y="4092617"/>
            <a:ext cx="1881242" cy="369332"/>
          </a:xfrm>
          <a:prstGeom prst="rect">
            <a:avLst/>
          </a:prstGeom>
          <a:noFill/>
        </p:spPr>
        <p:txBody>
          <a:bodyPr wrap="square" rtlCol="0">
            <a:spAutoFit/>
          </a:bodyPr>
          <a:lstStyle/>
          <a:p>
            <a:r>
              <a:rPr lang="fr-FR" b="1" dirty="0">
                <a:solidFill>
                  <a:schemeClr val="accent1"/>
                </a:solidFill>
              </a:rPr>
              <a:t>Fondé en 1985</a:t>
            </a:r>
            <a:endParaRPr lang="en-US" b="1" dirty="0">
              <a:solidFill>
                <a:schemeClr val="accent1"/>
              </a:solidFill>
            </a:endParaRPr>
          </a:p>
        </p:txBody>
      </p:sp>
      <p:cxnSp>
        <p:nvCxnSpPr>
          <p:cNvPr id="13" name="Connecteur droit avec flèche 12">
            <a:extLst>
              <a:ext uri="{FF2B5EF4-FFF2-40B4-BE49-F238E27FC236}">
                <a16:creationId xmlns:a16="http://schemas.microsoft.com/office/drawing/2014/main" id="{5879CE36-EEA7-AC53-C4E4-851351C4A414}"/>
              </a:ext>
            </a:extLst>
          </p:cNvPr>
          <p:cNvCxnSpPr>
            <a:stCxn id="11" idx="0"/>
            <a:endCxn id="1026" idx="2"/>
          </p:cNvCxnSpPr>
          <p:nvPr/>
        </p:nvCxnSpPr>
        <p:spPr>
          <a:xfrm flipH="1" flipV="1">
            <a:off x="2598862" y="3208730"/>
            <a:ext cx="64851" cy="883887"/>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15" name="Image 14">
            <a:extLst>
              <a:ext uri="{FF2B5EF4-FFF2-40B4-BE49-F238E27FC236}">
                <a16:creationId xmlns:a16="http://schemas.microsoft.com/office/drawing/2014/main" id="{5D771313-1E9B-8585-B02C-B573AB230BD4}"/>
              </a:ext>
            </a:extLst>
          </p:cNvPr>
          <p:cNvPicPr>
            <a:picLocks noChangeAspect="1"/>
          </p:cNvPicPr>
          <p:nvPr/>
        </p:nvPicPr>
        <p:blipFill>
          <a:blip r:embed="rId9"/>
          <a:stretch>
            <a:fillRect/>
          </a:stretch>
        </p:blipFill>
        <p:spPr>
          <a:xfrm>
            <a:off x="4718996" y="2201180"/>
            <a:ext cx="3060437" cy="2040292"/>
          </a:xfrm>
          <a:prstGeom prst="rect">
            <a:avLst/>
          </a:prstGeom>
        </p:spPr>
      </p:pic>
      <p:pic>
        <p:nvPicPr>
          <p:cNvPr id="2050" name="Picture 2" descr="Nordex N80 Alpha - 2,50 MW - Wind turbine">
            <a:extLst>
              <a:ext uri="{FF2B5EF4-FFF2-40B4-BE49-F238E27FC236}">
                <a16:creationId xmlns:a16="http://schemas.microsoft.com/office/drawing/2014/main" id="{B0E1D609-8F27-DF00-FABA-45943C79EE2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96549" y="2895828"/>
            <a:ext cx="3299605" cy="2311116"/>
          </a:xfrm>
          <a:prstGeom prst="rect">
            <a:avLst/>
          </a:prstGeom>
          <a:noFill/>
          <a:extLst>
            <a:ext uri="{909E8E84-426E-40DD-AFC4-6F175D3DCCD1}">
              <a14:hiddenFill xmlns:a14="http://schemas.microsoft.com/office/drawing/2010/main">
                <a:solidFill>
                  <a:srgbClr val="FFFFFF"/>
                </a:solidFill>
              </a14:hiddenFill>
            </a:ext>
          </a:extLst>
        </p:spPr>
      </p:pic>
      <p:sp>
        <p:nvSpPr>
          <p:cNvPr id="8" name="ZoneTexte 7">
            <a:extLst>
              <a:ext uri="{FF2B5EF4-FFF2-40B4-BE49-F238E27FC236}">
                <a16:creationId xmlns:a16="http://schemas.microsoft.com/office/drawing/2014/main" id="{FD4D2E42-0AD4-769C-46A8-B763CAD73D46}"/>
              </a:ext>
            </a:extLst>
          </p:cNvPr>
          <p:cNvSpPr txBox="1"/>
          <p:nvPr/>
        </p:nvSpPr>
        <p:spPr>
          <a:xfrm>
            <a:off x="5226284" y="4277283"/>
            <a:ext cx="2088916" cy="369332"/>
          </a:xfrm>
          <a:prstGeom prst="rect">
            <a:avLst/>
          </a:prstGeom>
          <a:noFill/>
        </p:spPr>
        <p:txBody>
          <a:bodyPr wrap="square" rtlCol="0">
            <a:spAutoFit/>
          </a:bodyPr>
          <a:lstStyle/>
          <a:p>
            <a:r>
              <a:rPr lang="fr-FR" b="1" dirty="0">
                <a:solidFill>
                  <a:schemeClr val="accent1"/>
                </a:solidFill>
              </a:rPr>
              <a:t>N54/1000 de 1995</a:t>
            </a:r>
            <a:endParaRPr lang="en-US" b="1" dirty="0">
              <a:solidFill>
                <a:schemeClr val="accent1"/>
              </a:solidFill>
            </a:endParaRPr>
          </a:p>
        </p:txBody>
      </p:sp>
      <p:sp>
        <p:nvSpPr>
          <p:cNvPr id="12" name="ZoneTexte 11">
            <a:extLst>
              <a:ext uri="{FF2B5EF4-FFF2-40B4-BE49-F238E27FC236}">
                <a16:creationId xmlns:a16="http://schemas.microsoft.com/office/drawing/2014/main" id="{8522AE29-9FF0-76F8-AB30-D84255F973E2}"/>
              </a:ext>
            </a:extLst>
          </p:cNvPr>
          <p:cNvSpPr txBox="1"/>
          <p:nvPr/>
        </p:nvSpPr>
        <p:spPr>
          <a:xfrm>
            <a:off x="8796227" y="2488796"/>
            <a:ext cx="2088916" cy="369332"/>
          </a:xfrm>
          <a:prstGeom prst="rect">
            <a:avLst/>
          </a:prstGeom>
          <a:noFill/>
        </p:spPr>
        <p:txBody>
          <a:bodyPr wrap="square" rtlCol="0">
            <a:spAutoFit/>
          </a:bodyPr>
          <a:lstStyle/>
          <a:p>
            <a:r>
              <a:rPr lang="fr-FR" b="1" dirty="0">
                <a:solidFill>
                  <a:schemeClr val="accent1"/>
                </a:solidFill>
              </a:rPr>
              <a:t>N80/2500 de 2000</a:t>
            </a:r>
            <a:endParaRPr lang="en-US" b="1" dirty="0">
              <a:solidFill>
                <a:schemeClr val="accent1"/>
              </a:solidFill>
            </a:endParaRPr>
          </a:p>
        </p:txBody>
      </p:sp>
      <p:sp>
        <p:nvSpPr>
          <p:cNvPr id="16" name="ZoneTexte 15">
            <a:extLst>
              <a:ext uri="{FF2B5EF4-FFF2-40B4-BE49-F238E27FC236}">
                <a16:creationId xmlns:a16="http://schemas.microsoft.com/office/drawing/2014/main" id="{D1C9971E-FBDA-0066-B678-588AB8A74C4B}"/>
              </a:ext>
            </a:extLst>
          </p:cNvPr>
          <p:cNvSpPr txBox="1"/>
          <p:nvPr/>
        </p:nvSpPr>
        <p:spPr>
          <a:xfrm>
            <a:off x="2849039" y="1358219"/>
            <a:ext cx="6134986" cy="459421"/>
          </a:xfrm>
          <a:prstGeom prst="rect">
            <a:avLst/>
          </a:prstGeom>
          <a:noFill/>
        </p:spPr>
        <p:txBody>
          <a:bodyPr wrap="square">
            <a:spAutoFit/>
          </a:bodyPr>
          <a:lstStyle/>
          <a:p>
            <a:pPr marL="342900" lvl="0" indent="-342900" algn="ctr">
              <a:lnSpc>
                <a:spcPct val="107000"/>
              </a:lnSpc>
              <a:spcAft>
                <a:spcPts val="800"/>
              </a:spcAft>
              <a:buClr>
                <a:srgbClr val="0F4761"/>
              </a:buClr>
              <a:buFont typeface="+mj-lt"/>
              <a:buAutoNum type="arabicPeriod"/>
            </a:pPr>
            <a:r>
              <a:rPr lang="fr-FR" sz="2400" u="sng" dirty="0">
                <a:solidFill>
                  <a:srgbClr val="0F4761"/>
                </a:solidFill>
                <a:effectLst/>
                <a:latin typeface="Britannic Bold" panose="020B0903060703020204" pitchFamily="34" charset="0"/>
                <a:ea typeface="Aptos" panose="020B0004020202020204" pitchFamily="34" charset="0"/>
                <a:cs typeface="Times New Roman" panose="02020603050405020304" pitchFamily="18" charset="0"/>
              </a:rPr>
              <a:t>Présentation de la société</a:t>
            </a:r>
          </a:p>
        </p:txBody>
      </p:sp>
    </p:spTree>
    <p:extLst>
      <p:ext uri="{BB962C8B-B14F-4D97-AF65-F5344CB8AC3E}">
        <p14:creationId xmlns:p14="http://schemas.microsoft.com/office/powerpoint/2010/main" val="12169695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FFE0C-AA1F-55A8-A4C9-D6A066DDA133}"/>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119F3C6E-86D4-A8F7-EF51-ABC57B60072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E069CB3A-164E-A9DF-86E4-781322B307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CE4D5585-96FF-58BE-FAD4-9A27D52203DE}"/>
              </a:ext>
            </a:extLst>
          </p:cNvPr>
          <p:cNvSpPr txBox="1"/>
          <p:nvPr/>
        </p:nvSpPr>
        <p:spPr>
          <a:xfrm>
            <a:off x="11669486" y="6487886"/>
            <a:ext cx="324040" cy="369332"/>
          </a:xfrm>
          <a:prstGeom prst="rect">
            <a:avLst/>
          </a:prstGeom>
          <a:noFill/>
        </p:spPr>
        <p:txBody>
          <a:bodyPr wrap="square" rtlCol="0">
            <a:spAutoFit/>
          </a:bodyPr>
          <a:lstStyle/>
          <a:p>
            <a:r>
              <a:rPr lang="fr-FR" b="1" dirty="0">
                <a:solidFill>
                  <a:schemeClr val="bg2">
                    <a:lumMod val="50000"/>
                  </a:schemeClr>
                </a:solidFill>
              </a:rPr>
              <a:t>5</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32CDBC62-0FD9-A165-6562-A79F879F4A25}"/>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3" name="Image 2">
            <a:extLst>
              <a:ext uri="{FF2B5EF4-FFF2-40B4-BE49-F238E27FC236}">
                <a16:creationId xmlns:a16="http://schemas.microsoft.com/office/drawing/2014/main" id="{B8ABCB86-8629-8BE2-B429-42C52F3FD92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7" name="Image 6">
            <a:extLst>
              <a:ext uri="{FF2B5EF4-FFF2-40B4-BE49-F238E27FC236}">
                <a16:creationId xmlns:a16="http://schemas.microsoft.com/office/drawing/2014/main" id="{393A68AF-D4F0-DE9C-96A7-6D978FA41278}"/>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9" name="Image 8">
            <a:extLst>
              <a:ext uri="{FF2B5EF4-FFF2-40B4-BE49-F238E27FC236}">
                <a16:creationId xmlns:a16="http://schemas.microsoft.com/office/drawing/2014/main" id="{CD9580E9-2B0C-FA14-676C-6A65261BE12C}"/>
              </a:ext>
            </a:extLst>
          </p:cNvPr>
          <p:cNvPicPr>
            <a:picLocks noChangeAspect="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10" name="Rectangle 9">
            <a:extLst>
              <a:ext uri="{FF2B5EF4-FFF2-40B4-BE49-F238E27FC236}">
                <a16:creationId xmlns:a16="http://schemas.microsoft.com/office/drawing/2014/main" id="{2E7C6D45-41DD-978F-91BC-0372F87A0F36}"/>
              </a:ext>
            </a:extLst>
          </p:cNvPr>
          <p:cNvSpPr/>
          <p:nvPr/>
        </p:nvSpPr>
        <p:spPr>
          <a:xfrm>
            <a:off x="462030" y="6035954"/>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Résultat d’images pour ancien logo nordex ">
            <a:extLst>
              <a:ext uri="{FF2B5EF4-FFF2-40B4-BE49-F238E27FC236}">
                <a16:creationId xmlns:a16="http://schemas.microsoft.com/office/drawing/2014/main" id="{DC1C8828-140C-D170-8FBC-A7D2B98ADA8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5845" y="2352676"/>
            <a:ext cx="3606034" cy="856054"/>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Connecteur droit avec flèche 12">
            <a:extLst>
              <a:ext uri="{FF2B5EF4-FFF2-40B4-BE49-F238E27FC236}">
                <a16:creationId xmlns:a16="http://schemas.microsoft.com/office/drawing/2014/main" id="{A4A6DA9D-43E3-F1C7-4356-DCB434629827}"/>
              </a:ext>
            </a:extLst>
          </p:cNvPr>
          <p:cNvCxnSpPr>
            <a:cxnSpLocks/>
            <a:endCxn id="1026" idx="2"/>
          </p:cNvCxnSpPr>
          <p:nvPr/>
        </p:nvCxnSpPr>
        <p:spPr>
          <a:xfrm flipV="1">
            <a:off x="2598862" y="3208730"/>
            <a:ext cx="0" cy="883887"/>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14" name="Image 13">
            <a:extLst>
              <a:ext uri="{FF2B5EF4-FFF2-40B4-BE49-F238E27FC236}">
                <a16:creationId xmlns:a16="http://schemas.microsoft.com/office/drawing/2014/main" id="{F182CD75-3BD0-7748-39F5-718737FB0F13}"/>
              </a:ext>
            </a:extLst>
          </p:cNvPr>
          <p:cNvPicPr>
            <a:picLocks noChangeAspect="1"/>
          </p:cNvPicPr>
          <p:nvPr/>
        </p:nvPicPr>
        <p:blipFill>
          <a:blip r:embed="rId9"/>
          <a:stretch>
            <a:fillRect/>
          </a:stretch>
        </p:blipFill>
        <p:spPr>
          <a:xfrm>
            <a:off x="1780249" y="4203040"/>
            <a:ext cx="1612592" cy="1074793"/>
          </a:xfrm>
          <a:prstGeom prst="rect">
            <a:avLst/>
          </a:prstGeom>
        </p:spPr>
      </p:pic>
      <p:sp>
        <p:nvSpPr>
          <p:cNvPr id="16" name="Rectangle 15">
            <a:extLst>
              <a:ext uri="{FF2B5EF4-FFF2-40B4-BE49-F238E27FC236}">
                <a16:creationId xmlns:a16="http://schemas.microsoft.com/office/drawing/2014/main" id="{973379B0-9D7A-78D4-D89C-9FDA5DBCBB34}"/>
              </a:ext>
            </a:extLst>
          </p:cNvPr>
          <p:cNvSpPr/>
          <p:nvPr/>
        </p:nvSpPr>
        <p:spPr>
          <a:xfrm>
            <a:off x="1780249" y="4203040"/>
            <a:ext cx="1612580" cy="107479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Image 16">
            <a:extLst>
              <a:ext uri="{FF2B5EF4-FFF2-40B4-BE49-F238E27FC236}">
                <a16:creationId xmlns:a16="http://schemas.microsoft.com/office/drawing/2014/main" id="{B4AB6376-8B33-DB97-CAEF-D97F3FA6E93B}"/>
              </a:ext>
            </a:extLst>
          </p:cNvPr>
          <p:cNvPicPr>
            <a:picLocks noChangeAspect="1"/>
          </p:cNvPicPr>
          <p:nvPr/>
        </p:nvPicPr>
        <p:blipFill>
          <a:blip r:embed="rId10"/>
          <a:stretch>
            <a:fillRect/>
          </a:stretch>
        </p:blipFill>
        <p:spPr>
          <a:xfrm>
            <a:off x="6735638" y="2609146"/>
            <a:ext cx="2857500" cy="2857500"/>
          </a:xfrm>
          <a:prstGeom prst="rect">
            <a:avLst/>
          </a:prstGeom>
        </p:spPr>
      </p:pic>
      <p:sp>
        <p:nvSpPr>
          <p:cNvPr id="25" name="ZoneTexte 24">
            <a:extLst>
              <a:ext uri="{FF2B5EF4-FFF2-40B4-BE49-F238E27FC236}">
                <a16:creationId xmlns:a16="http://schemas.microsoft.com/office/drawing/2014/main" id="{A5F39EC6-8773-0ED1-1A87-88E707C36D54}"/>
              </a:ext>
            </a:extLst>
          </p:cNvPr>
          <p:cNvSpPr txBox="1"/>
          <p:nvPr/>
        </p:nvSpPr>
        <p:spPr>
          <a:xfrm>
            <a:off x="2849039" y="1358219"/>
            <a:ext cx="6134986" cy="459421"/>
          </a:xfrm>
          <a:prstGeom prst="rect">
            <a:avLst/>
          </a:prstGeom>
          <a:noFill/>
        </p:spPr>
        <p:txBody>
          <a:bodyPr wrap="square">
            <a:spAutoFit/>
          </a:bodyPr>
          <a:lstStyle/>
          <a:p>
            <a:pPr marL="342900" lvl="0" indent="-342900" algn="ctr">
              <a:lnSpc>
                <a:spcPct val="107000"/>
              </a:lnSpc>
              <a:spcAft>
                <a:spcPts val="800"/>
              </a:spcAft>
              <a:buClr>
                <a:srgbClr val="0F4761"/>
              </a:buClr>
              <a:buFont typeface="+mj-lt"/>
              <a:buAutoNum type="arabicPeriod"/>
            </a:pPr>
            <a:r>
              <a:rPr lang="fr-FR" sz="2400" u="sng" dirty="0">
                <a:solidFill>
                  <a:srgbClr val="0F4761"/>
                </a:solidFill>
                <a:effectLst/>
                <a:latin typeface="Britannic Bold" panose="020B0903060703020204" pitchFamily="34" charset="0"/>
                <a:ea typeface="Aptos" panose="020B0004020202020204" pitchFamily="34" charset="0"/>
                <a:cs typeface="Times New Roman" panose="02020603050405020304" pitchFamily="18" charset="0"/>
              </a:rPr>
              <a:t>Présentation de la société</a:t>
            </a:r>
          </a:p>
        </p:txBody>
      </p:sp>
      <p:sp>
        <p:nvSpPr>
          <p:cNvPr id="8" name="ZoneTexte 7">
            <a:extLst>
              <a:ext uri="{FF2B5EF4-FFF2-40B4-BE49-F238E27FC236}">
                <a16:creationId xmlns:a16="http://schemas.microsoft.com/office/drawing/2014/main" id="{9C40E678-7492-6C6D-D5B6-7E21250FF78C}"/>
              </a:ext>
            </a:extLst>
          </p:cNvPr>
          <p:cNvSpPr txBox="1"/>
          <p:nvPr/>
        </p:nvSpPr>
        <p:spPr>
          <a:xfrm>
            <a:off x="2212556" y="5277833"/>
            <a:ext cx="747965" cy="382738"/>
          </a:xfrm>
          <a:prstGeom prst="rect">
            <a:avLst/>
          </a:prstGeom>
          <a:noFill/>
        </p:spPr>
        <p:txBody>
          <a:bodyPr wrap="square" rtlCol="0">
            <a:spAutoFit/>
          </a:bodyPr>
          <a:lstStyle/>
          <a:p>
            <a:r>
              <a:rPr lang="fr-FR" b="1" dirty="0">
                <a:solidFill>
                  <a:schemeClr val="accent1"/>
                </a:solidFill>
              </a:rPr>
              <a:t> 2001</a:t>
            </a:r>
            <a:endParaRPr lang="en-US" b="1" dirty="0">
              <a:solidFill>
                <a:schemeClr val="accent1"/>
              </a:solidFill>
            </a:endParaRPr>
          </a:p>
        </p:txBody>
      </p:sp>
    </p:spTree>
    <p:extLst>
      <p:ext uri="{BB962C8B-B14F-4D97-AF65-F5344CB8AC3E}">
        <p14:creationId xmlns:p14="http://schemas.microsoft.com/office/powerpoint/2010/main" val="29443057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1A158-CCD2-9C9F-B553-D5026F38877B}"/>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EB43C4E1-9131-4C32-3CE7-1F432F0BD24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46C6180E-9AFA-41A6-34DC-5C6E9DE551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ADB79045-8F8D-6320-F1B2-ADE642614863}"/>
              </a:ext>
            </a:extLst>
          </p:cNvPr>
          <p:cNvSpPr txBox="1"/>
          <p:nvPr/>
        </p:nvSpPr>
        <p:spPr>
          <a:xfrm>
            <a:off x="11669486" y="6487886"/>
            <a:ext cx="324040" cy="369332"/>
          </a:xfrm>
          <a:prstGeom prst="rect">
            <a:avLst/>
          </a:prstGeom>
          <a:noFill/>
        </p:spPr>
        <p:txBody>
          <a:bodyPr wrap="square" rtlCol="0">
            <a:spAutoFit/>
          </a:bodyPr>
          <a:lstStyle/>
          <a:p>
            <a:r>
              <a:rPr lang="fr-FR" b="1" dirty="0">
                <a:solidFill>
                  <a:schemeClr val="bg2">
                    <a:lumMod val="50000"/>
                  </a:schemeClr>
                </a:solidFill>
              </a:rPr>
              <a:t>6</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BF7E965E-4A7B-7579-2D86-2E0B47A63C44}"/>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3" name="Image 2">
            <a:extLst>
              <a:ext uri="{FF2B5EF4-FFF2-40B4-BE49-F238E27FC236}">
                <a16:creationId xmlns:a16="http://schemas.microsoft.com/office/drawing/2014/main" id="{70481ECF-36CB-E5E5-A003-9819F03F43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7" name="Image 6">
            <a:extLst>
              <a:ext uri="{FF2B5EF4-FFF2-40B4-BE49-F238E27FC236}">
                <a16:creationId xmlns:a16="http://schemas.microsoft.com/office/drawing/2014/main" id="{4A65392F-9EF1-645C-81C7-A583A8C89D11}"/>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9" name="Image 8">
            <a:extLst>
              <a:ext uri="{FF2B5EF4-FFF2-40B4-BE49-F238E27FC236}">
                <a16:creationId xmlns:a16="http://schemas.microsoft.com/office/drawing/2014/main" id="{91E7C96F-B1A1-5563-80DC-489018846485}"/>
              </a:ext>
            </a:extLst>
          </p:cNvPr>
          <p:cNvPicPr>
            <a:picLocks noChangeAspect="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10" name="Rectangle 9">
            <a:extLst>
              <a:ext uri="{FF2B5EF4-FFF2-40B4-BE49-F238E27FC236}">
                <a16:creationId xmlns:a16="http://schemas.microsoft.com/office/drawing/2014/main" id="{13B9CB00-DB79-582B-419C-9B03FA798B9C}"/>
              </a:ext>
            </a:extLst>
          </p:cNvPr>
          <p:cNvSpPr/>
          <p:nvPr/>
        </p:nvSpPr>
        <p:spPr>
          <a:xfrm>
            <a:off x="462030" y="6035954"/>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Nordex Group Wind industry in Germany">
            <a:extLst>
              <a:ext uri="{FF2B5EF4-FFF2-40B4-BE49-F238E27FC236}">
                <a16:creationId xmlns:a16="http://schemas.microsoft.com/office/drawing/2014/main" id="{B918880D-D2C7-FD58-6BF3-8909BA14EBA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5574" y="1737308"/>
            <a:ext cx="6984218" cy="3323324"/>
          </a:xfrm>
          <a:prstGeom prst="rect">
            <a:avLst/>
          </a:prstGeom>
          <a:noFill/>
          <a:extLst>
            <a:ext uri="{909E8E84-426E-40DD-AFC4-6F175D3DCCD1}">
              <a14:hiddenFill xmlns:a14="http://schemas.microsoft.com/office/drawing/2010/main">
                <a:solidFill>
                  <a:srgbClr val="FFFFFF"/>
                </a:solidFill>
              </a14:hiddenFill>
            </a:ext>
          </a:extLst>
        </p:spPr>
      </p:pic>
      <p:sp>
        <p:nvSpPr>
          <p:cNvPr id="8" name="ZoneTexte 7">
            <a:extLst>
              <a:ext uri="{FF2B5EF4-FFF2-40B4-BE49-F238E27FC236}">
                <a16:creationId xmlns:a16="http://schemas.microsoft.com/office/drawing/2014/main" id="{25D58EF8-16AF-CCAC-5431-048DAD34FFCF}"/>
              </a:ext>
            </a:extLst>
          </p:cNvPr>
          <p:cNvSpPr txBox="1"/>
          <p:nvPr/>
        </p:nvSpPr>
        <p:spPr>
          <a:xfrm>
            <a:off x="3231963" y="4782598"/>
            <a:ext cx="2335972" cy="369332"/>
          </a:xfrm>
          <a:prstGeom prst="rect">
            <a:avLst/>
          </a:prstGeom>
          <a:noFill/>
        </p:spPr>
        <p:txBody>
          <a:bodyPr wrap="square" rtlCol="0">
            <a:spAutoFit/>
          </a:bodyPr>
          <a:lstStyle/>
          <a:p>
            <a:r>
              <a:rPr lang="fr-FR" b="1" dirty="0">
                <a:solidFill>
                  <a:schemeClr val="accent1"/>
                </a:solidFill>
              </a:rPr>
              <a:t>2016</a:t>
            </a:r>
            <a:endParaRPr lang="en-US" b="1" dirty="0">
              <a:solidFill>
                <a:schemeClr val="accent1"/>
              </a:solidFill>
            </a:endParaRPr>
          </a:p>
        </p:txBody>
      </p:sp>
      <p:cxnSp>
        <p:nvCxnSpPr>
          <p:cNvPr id="12" name="Connecteur droit avec flèche 11">
            <a:extLst>
              <a:ext uri="{FF2B5EF4-FFF2-40B4-BE49-F238E27FC236}">
                <a16:creationId xmlns:a16="http://schemas.microsoft.com/office/drawing/2014/main" id="{AB21D9B7-A744-6DFB-C343-6B321524A40F}"/>
              </a:ext>
            </a:extLst>
          </p:cNvPr>
          <p:cNvCxnSpPr/>
          <p:nvPr/>
        </p:nvCxnSpPr>
        <p:spPr>
          <a:xfrm flipV="1">
            <a:off x="3577057" y="3892433"/>
            <a:ext cx="0" cy="883887"/>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5" name="ZoneTexte 14">
            <a:extLst>
              <a:ext uri="{FF2B5EF4-FFF2-40B4-BE49-F238E27FC236}">
                <a16:creationId xmlns:a16="http://schemas.microsoft.com/office/drawing/2014/main" id="{7901D95F-3884-6711-E524-94F3A3CCA2FC}"/>
              </a:ext>
            </a:extLst>
          </p:cNvPr>
          <p:cNvSpPr txBox="1"/>
          <p:nvPr/>
        </p:nvSpPr>
        <p:spPr>
          <a:xfrm>
            <a:off x="2849039" y="1358219"/>
            <a:ext cx="6134986" cy="459421"/>
          </a:xfrm>
          <a:prstGeom prst="rect">
            <a:avLst/>
          </a:prstGeom>
          <a:noFill/>
        </p:spPr>
        <p:txBody>
          <a:bodyPr wrap="square">
            <a:spAutoFit/>
          </a:bodyPr>
          <a:lstStyle/>
          <a:p>
            <a:pPr marL="342900" lvl="0" indent="-342900" algn="ctr">
              <a:lnSpc>
                <a:spcPct val="107000"/>
              </a:lnSpc>
              <a:spcAft>
                <a:spcPts val="800"/>
              </a:spcAft>
              <a:buClr>
                <a:srgbClr val="0F4761"/>
              </a:buClr>
              <a:buFont typeface="+mj-lt"/>
              <a:buAutoNum type="arabicPeriod"/>
            </a:pPr>
            <a:r>
              <a:rPr lang="fr-FR" sz="2400" u="sng" dirty="0">
                <a:solidFill>
                  <a:srgbClr val="0F4761"/>
                </a:solidFill>
                <a:effectLst/>
                <a:latin typeface="Britannic Bold" panose="020B0903060703020204" pitchFamily="34" charset="0"/>
                <a:ea typeface="Aptos" panose="020B0004020202020204" pitchFamily="34" charset="0"/>
                <a:cs typeface="Times New Roman" panose="02020603050405020304" pitchFamily="18" charset="0"/>
              </a:rPr>
              <a:t>Présentation de la société</a:t>
            </a:r>
          </a:p>
        </p:txBody>
      </p:sp>
    </p:spTree>
    <p:extLst>
      <p:ext uri="{BB962C8B-B14F-4D97-AF65-F5344CB8AC3E}">
        <p14:creationId xmlns:p14="http://schemas.microsoft.com/office/powerpoint/2010/main" val="11106562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F860A-F053-9691-0B82-AC2A29B440E1}"/>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97E6563E-E662-D69A-10C2-9504EEEE8DC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EC5F3A2A-716C-44C0-6FA2-4B38B9F7F3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BF05FDCE-7BF9-88BE-6CBC-06E87E5B9996}"/>
              </a:ext>
            </a:extLst>
          </p:cNvPr>
          <p:cNvSpPr txBox="1"/>
          <p:nvPr/>
        </p:nvSpPr>
        <p:spPr>
          <a:xfrm>
            <a:off x="11669486" y="6487886"/>
            <a:ext cx="324040" cy="369332"/>
          </a:xfrm>
          <a:prstGeom prst="rect">
            <a:avLst/>
          </a:prstGeom>
          <a:noFill/>
        </p:spPr>
        <p:txBody>
          <a:bodyPr wrap="square" rtlCol="0">
            <a:spAutoFit/>
          </a:bodyPr>
          <a:lstStyle/>
          <a:p>
            <a:r>
              <a:rPr lang="fr-FR" b="1" dirty="0">
                <a:solidFill>
                  <a:schemeClr val="bg2">
                    <a:lumMod val="50000"/>
                  </a:schemeClr>
                </a:solidFill>
              </a:rPr>
              <a:t>7</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2774DDD5-E901-C4CC-F83D-D67670B7AA8B}"/>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3" name="Image 2">
            <a:extLst>
              <a:ext uri="{FF2B5EF4-FFF2-40B4-BE49-F238E27FC236}">
                <a16:creationId xmlns:a16="http://schemas.microsoft.com/office/drawing/2014/main" id="{1CB974A5-455C-48D1-6386-FB44C2C6A02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7" name="Image 6">
            <a:extLst>
              <a:ext uri="{FF2B5EF4-FFF2-40B4-BE49-F238E27FC236}">
                <a16:creationId xmlns:a16="http://schemas.microsoft.com/office/drawing/2014/main" id="{8D4299E8-8284-7170-EA76-1A576A17B351}"/>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9" name="Image 8">
            <a:extLst>
              <a:ext uri="{FF2B5EF4-FFF2-40B4-BE49-F238E27FC236}">
                <a16:creationId xmlns:a16="http://schemas.microsoft.com/office/drawing/2014/main" id="{E041DDC9-537C-DA04-49C0-E2737702C092}"/>
              </a:ext>
            </a:extLst>
          </p:cNvPr>
          <p:cNvPicPr>
            <a:picLocks noChangeAspect="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10" name="Rectangle 9">
            <a:extLst>
              <a:ext uri="{FF2B5EF4-FFF2-40B4-BE49-F238E27FC236}">
                <a16:creationId xmlns:a16="http://schemas.microsoft.com/office/drawing/2014/main" id="{CAC10D77-DE4B-405C-58DD-1F3299FBBBFD}"/>
              </a:ext>
            </a:extLst>
          </p:cNvPr>
          <p:cNvSpPr/>
          <p:nvPr/>
        </p:nvSpPr>
        <p:spPr>
          <a:xfrm>
            <a:off x="462030" y="6035954"/>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Nordex Group Wind industry in Germany">
            <a:extLst>
              <a:ext uri="{FF2B5EF4-FFF2-40B4-BE49-F238E27FC236}">
                <a16:creationId xmlns:a16="http://schemas.microsoft.com/office/drawing/2014/main" id="{B7319248-DDE5-CD52-3DC6-5B4E7D84E70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5574" y="1737308"/>
            <a:ext cx="6984218" cy="3323324"/>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 12">
            <a:extLst>
              <a:ext uri="{FF2B5EF4-FFF2-40B4-BE49-F238E27FC236}">
                <a16:creationId xmlns:a16="http://schemas.microsoft.com/office/drawing/2014/main" id="{5D357966-423C-98E3-0B6B-988B6CE352A0}"/>
              </a:ext>
            </a:extLst>
          </p:cNvPr>
          <p:cNvPicPr>
            <a:picLocks noChangeAspect="1"/>
          </p:cNvPicPr>
          <p:nvPr/>
        </p:nvPicPr>
        <p:blipFill>
          <a:blip r:embed="rId9"/>
          <a:stretch>
            <a:fillRect/>
          </a:stretch>
        </p:blipFill>
        <p:spPr>
          <a:xfrm>
            <a:off x="8249264" y="4448836"/>
            <a:ext cx="3018509" cy="1099457"/>
          </a:xfrm>
          <a:prstGeom prst="rect">
            <a:avLst/>
          </a:prstGeom>
        </p:spPr>
      </p:pic>
      <p:pic>
        <p:nvPicPr>
          <p:cNvPr id="14" name="Image 13">
            <a:extLst>
              <a:ext uri="{FF2B5EF4-FFF2-40B4-BE49-F238E27FC236}">
                <a16:creationId xmlns:a16="http://schemas.microsoft.com/office/drawing/2014/main" id="{40953785-103A-F7D5-F0BD-7AE2769B1C71}"/>
              </a:ext>
            </a:extLst>
          </p:cNvPr>
          <p:cNvPicPr>
            <a:picLocks noChangeAspect="1"/>
          </p:cNvPicPr>
          <p:nvPr/>
        </p:nvPicPr>
        <p:blipFill>
          <a:blip r:embed="rId10"/>
          <a:srcRect l="5673" t="15448" r="7796" b="15803"/>
          <a:stretch/>
        </p:blipFill>
        <p:spPr>
          <a:xfrm>
            <a:off x="8530458" y="2209007"/>
            <a:ext cx="2456119" cy="2062716"/>
          </a:xfrm>
          <a:prstGeom prst="rect">
            <a:avLst/>
          </a:prstGeom>
        </p:spPr>
      </p:pic>
      <p:cxnSp>
        <p:nvCxnSpPr>
          <p:cNvPr id="15" name="Connecteur droit avec flèche 14">
            <a:extLst>
              <a:ext uri="{FF2B5EF4-FFF2-40B4-BE49-F238E27FC236}">
                <a16:creationId xmlns:a16="http://schemas.microsoft.com/office/drawing/2014/main" id="{2D9BCAB2-7349-3CAB-6187-928D8DB951C0}"/>
              </a:ext>
            </a:extLst>
          </p:cNvPr>
          <p:cNvCxnSpPr>
            <a:cxnSpLocks/>
          </p:cNvCxnSpPr>
          <p:nvPr/>
        </p:nvCxnSpPr>
        <p:spPr>
          <a:xfrm>
            <a:off x="9758517" y="4099782"/>
            <a:ext cx="0" cy="546646"/>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4C6C13DB-F91F-DC80-973B-05E65EAA412B}"/>
              </a:ext>
            </a:extLst>
          </p:cNvPr>
          <p:cNvSpPr txBox="1"/>
          <p:nvPr/>
        </p:nvSpPr>
        <p:spPr>
          <a:xfrm>
            <a:off x="2849039" y="1358219"/>
            <a:ext cx="6134986" cy="459421"/>
          </a:xfrm>
          <a:prstGeom prst="rect">
            <a:avLst/>
          </a:prstGeom>
          <a:noFill/>
        </p:spPr>
        <p:txBody>
          <a:bodyPr wrap="square">
            <a:spAutoFit/>
          </a:bodyPr>
          <a:lstStyle/>
          <a:p>
            <a:pPr marL="342900" lvl="0" indent="-342900" algn="ctr">
              <a:lnSpc>
                <a:spcPct val="107000"/>
              </a:lnSpc>
              <a:spcAft>
                <a:spcPts val="800"/>
              </a:spcAft>
              <a:buClr>
                <a:srgbClr val="0F4761"/>
              </a:buClr>
              <a:buFont typeface="+mj-lt"/>
              <a:buAutoNum type="arabicPeriod"/>
            </a:pPr>
            <a:r>
              <a:rPr lang="fr-FR" sz="2400" u="sng" dirty="0">
                <a:solidFill>
                  <a:srgbClr val="0F4761"/>
                </a:solidFill>
                <a:effectLst/>
                <a:latin typeface="Britannic Bold" panose="020B0903060703020204" pitchFamily="34" charset="0"/>
                <a:ea typeface="Aptos" panose="020B0004020202020204" pitchFamily="34" charset="0"/>
                <a:cs typeface="Times New Roman" panose="02020603050405020304" pitchFamily="18" charset="0"/>
              </a:rPr>
              <a:t>Présentation de la société</a:t>
            </a:r>
          </a:p>
        </p:txBody>
      </p:sp>
    </p:spTree>
    <p:extLst>
      <p:ext uri="{BB962C8B-B14F-4D97-AF65-F5344CB8AC3E}">
        <p14:creationId xmlns:p14="http://schemas.microsoft.com/office/powerpoint/2010/main" val="31420066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1C770827-C6EC-D196-2995-BB8BE496EB9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83521901-5BA9-34F0-4331-092FEF67AB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33202"/>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BCC2F047-E44C-FA27-280F-78211E7216A8}"/>
              </a:ext>
            </a:extLst>
          </p:cNvPr>
          <p:cNvSpPr txBox="1"/>
          <p:nvPr/>
        </p:nvSpPr>
        <p:spPr>
          <a:xfrm>
            <a:off x="11557591" y="6487886"/>
            <a:ext cx="435935" cy="369332"/>
          </a:xfrm>
          <a:prstGeom prst="rect">
            <a:avLst/>
          </a:prstGeom>
          <a:noFill/>
        </p:spPr>
        <p:txBody>
          <a:bodyPr wrap="square" rtlCol="0">
            <a:spAutoFit/>
          </a:bodyPr>
          <a:lstStyle/>
          <a:p>
            <a:r>
              <a:rPr lang="en-US" b="1" noProof="0" dirty="0">
                <a:solidFill>
                  <a:schemeClr val="bg2">
                    <a:lumMod val="50000"/>
                  </a:schemeClr>
                </a:solidFill>
              </a:rPr>
              <a:t>8</a:t>
            </a:r>
          </a:p>
        </p:txBody>
      </p:sp>
      <p:pic>
        <p:nvPicPr>
          <p:cNvPr id="3" name="Image 2">
            <a:extLst>
              <a:ext uri="{FF2B5EF4-FFF2-40B4-BE49-F238E27FC236}">
                <a16:creationId xmlns:a16="http://schemas.microsoft.com/office/drawing/2014/main" id="{427C9E8B-5088-C3EB-9843-A60E1849959D}"/>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7" name="Image 6">
            <a:extLst>
              <a:ext uri="{FF2B5EF4-FFF2-40B4-BE49-F238E27FC236}">
                <a16:creationId xmlns:a16="http://schemas.microsoft.com/office/drawing/2014/main" id="{10143C49-3521-B517-8B40-F7D47812FA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8" name="Image 7">
            <a:extLst>
              <a:ext uri="{FF2B5EF4-FFF2-40B4-BE49-F238E27FC236}">
                <a16:creationId xmlns:a16="http://schemas.microsoft.com/office/drawing/2014/main" id="{F08C5E8A-DFBC-4D17-2442-06274C347E7E}"/>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10" name="Image 9">
            <a:extLst>
              <a:ext uri="{FF2B5EF4-FFF2-40B4-BE49-F238E27FC236}">
                <a16:creationId xmlns:a16="http://schemas.microsoft.com/office/drawing/2014/main" id="{658C3B7E-6316-76D4-C199-D99866C2E17F}"/>
              </a:ext>
            </a:extLst>
          </p:cNvPr>
          <p:cNvPicPr>
            <a:picLocks noChangeAspect="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11" name="Rectangle 10">
            <a:extLst>
              <a:ext uri="{FF2B5EF4-FFF2-40B4-BE49-F238E27FC236}">
                <a16:creationId xmlns:a16="http://schemas.microsoft.com/office/drawing/2014/main" id="{5F011554-3D32-E5AD-8635-A4FF648EC26C}"/>
              </a:ext>
            </a:extLst>
          </p:cNvPr>
          <p:cNvSpPr/>
          <p:nvPr/>
        </p:nvSpPr>
        <p:spPr>
          <a:xfrm>
            <a:off x="352411" y="6044232"/>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ZoneTexte 8">
            <a:extLst>
              <a:ext uri="{FF2B5EF4-FFF2-40B4-BE49-F238E27FC236}">
                <a16:creationId xmlns:a16="http://schemas.microsoft.com/office/drawing/2014/main" id="{E8DDBE33-1637-C24B-F2AB-9C33ACDFBEBF}"/>
              </a:ext>
            </a:extLst>
          </p:cNvPr>
          <p:cNvSpPr txBox="1"/>
          <p:nvPr/>
        </p:nvSpPr>
        <p:spPr>
          <a:xfrm>
            <a:off x="3170806" y="2332944"/>
            <a:ext cx="5643585" cy="2862322"/>
          </a:xfrm>
          <a:prstGeom prst="rect">
            <a:avLst/>
          </a:prstGeom>
          <a:noFill/>
        </p:spPr>
        <p:txBody>
          <a:bodyPr wrap="square" rtlCol="0">
            <a:spAutoFit/>
          </a:bodyPr>
          <a:lstStyle/>
          <a:p>
            <a:pPr marL="285750" indent="-285750">
              <a:buFontTx/>
              <a:buChar char="-"/>
            </a:pPr>
            <a:r>
              <a:rPr lang="fr-FR" dirty="0"/>
              <a:t>Proximité et respect du territoire pour des projets raisonnables et concertés.
Disponibilité et service via 17 centres de maintenance répartis sur toute la France.
L’expertise des équipes dans tous les domaines clés (étude du vent, acoustique, raccordement, consultation...).
Respect de tous les acteurs de la filière qui sont nos partenaires
Expérience, fiabilité et sérieux industriel.</a:t>
            </a:r>
            <a:endParaRPr lang="en-US" noProof="0" dirty="0"/>
          </a:p>
        </p:txBody>
      </p:sp>
      <p:sp>
        <p:nvSpPr>
          <p:cNvPr id="12" name="ZoneTexte 11">
            <a:extLst>
              <a:ext uri="{FF2B5EF4-FFF2-40B4-BE49-F238E27FC236}">
                <a16:creationId xmlns:a16="http://schemas.microsoft.com/office/drawing/2014/main" id="{505A0D8B-2E34-5621-508C-C368E289F08B}"/>
              </a:ext>
            </a:extLst>
          </p:cNvPr>
          <p:cNvSpPr txBox="1"/>
          <p:nvPr/>
        </p:nvSpPr>
        <p:spPr>
          <a:xfrm>
            <a:off x="3312748" y="1841501"/>
            <a:ext cx="5359699" cy="400110"/>
          </a:xfrm>
          <a:prstGeom prst="rect">
            <a:avLst/>
          </a:prstGeom>
          <a:noFill/>
        </p:spPr>
        <p:txBody>
          <a:bodyPr wrap="square" rtlCol="0">
            <a:spAutoFit/>
          </a:bodyPr>
          <a:lstStyle/>
          <a:p>
            <a:r>
              <a:rPr lang="fr-FR" sz="2000" b="1" u="sng" dirty="0">
                <a:latin typeface="72 Black" panose="020B0A04030603020204" pitchFamily="34" charset="0"/>
                <a:cs typeface="72 Black" panose="020B0A04030603020204" pitchFamily="34" charset="0"/>
              </a:rPr>
              <a:t>Les engagements de Nordex en France</a:t>
            </a:r>
            <a:endParaRPr lang="en-US" sz="2000" b="1" u="sng" noProof="0" dirty="0">
              <a:latin typeface="72 Black" panose="020B0A04030603020204" pitchFamily="34" charset="0"/>
              <a:cs typeface="72 Black" panose="020B0A04030603020204" pitchFamily="34" charset="0"/>
            </a:endParaRPr>
          </a:p>
        </p:txBody>
      </p:sp>
      <p:sp>
        <p:nvSpPr>
          <p:cNvPr id="2" name="ZoneTexte 1">
            <a:extLst>
              <a:ext uri="{FF2B5EF4-FFF2-40B4-BE49-F238E27FC236}">
                <a16:creationId xmlns:a16="http://schemas.microsoft.com/office/drawing/2014/main" id="{EBE9B781-C92C-0B80-5F3A-C0BFC5D51745}"/>
              </a:ext>
            </a:extLst>
          </p:cNvPr>
          <p:cNvSpPr txBox="1"/>
          <p:nvPr/>
        </p:nvSpPr>
        <p:spPr>
          <a:xfrm>
            <a:off x="3028507" y="1336413"/>
            <a:ext cx="6134986" cy="459421"/>
          </a:xfrm>
          <a:prstGeom prst="rect">
            <a:avLst/>
          </a:prstGeom>
          <a:noFill/>
        </p:spPr>
        <p:txBody>
          <a:bodyPr wrap="square">
            <a:spAutoFit/>
          </a:bodyPr>
          <a:lstStyle/>
          <a:p>
            <a:pPr lvl="0" algn="ctr">
              <a:lnSpc>
                <a:spcPct val="107000"/>
              </a:lnSpc>
              <a:spcAft>
                <a:spcPts val="800"/>
              </a:spcAft>
              <a:buClr>
                <a:srgbClr val="0F4761"/>
              </a:buClr>
            </a:pPr>
            <a:r>
              <a:rPr lang="fr-FR" sz="2400" u="sng" dirty="0">
                <a:solidFill>
                  <a:srgbClr val="0F4761"/>
                </a:solidFill>
                <a:latin typeface="Britannic Bold" panose="020B0903060703020204" pitchFamily="34" charset="0"/>
                <a:ea typeface="Aptos" panose="020B0004020202020204" pitchFamily="34" charset="0"/>
                <a:cs typeface="Times New Roman" panose="02020603050405020304" pitchFamily="18" charset="0"/>
              </a:rPr>
              <a:t>2. Nordex en FRANCE</a:t>
            </a:r>
            <a:endParaRPr lang="fr-FR" sz="2400" u="sng" dirty="0">
              <a:solidFill>
                <a:srgbClr val="0F4761"/>
              </a:solidFill>
              <a:effectLst/>
              <a:latin typeface="Britannic Bold" panose="020B0903060703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3239473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5AC45-5E5F-00F4-0041-8E19B3922C63}"/>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892BCF94-F57A-1D73-1382-872A3322FF3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048A9ADA-8C81-0B2E-3F47-1C1FBA7FE6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pic>
        <p:nvPicPr>
          <p:cNvPr id="2" name="Image 1" descr="Une image contenant texte, capture d’écran, Police, ligne&#10;&#10;Le contenu généré par l’IA peut être incorrect.">
            <a:extLst>
              <a:ext uri="{FF2B5EF4-FFF2-40B4-BE49-F238E27FC236}">
                <a16:creationId xmlns:a16="http://schemas.microsoft.com/office/drawing/2014/main" id="{5F188B8F-3970-B857-60BC-7E3F4D0A8562}"/>
              </a:ext>
            </a:extLst>
          </p:cNvPr>
          <p:cNvPicPr>
            <a:picLocks noChangeAspect="1"/>
          </p:cNvPicPr>
          <p:nvPr/>
        </p:nvPicPr>
        <p:blipFill>
          <a:blip r:embed="rId4"/>
          <a:stretch>
            <a:fillRect/>
          </a:stretch>
        </p:blipFill>
        <p:spPr>
          <a:xfrm>
            <a:off x="1064271" y="2081990"/>
            <a:ext cx="10063458" cy="3782916"/>
          </a:xfrm>
          <a:prstGeom prst="rect">
            <a:avLst/>
          </a:prstGeom>
        </p:spPr>
      </p:pic>
      <p:pic>
        <p:nvPicPr>
          <p:cNvPr id="3" name="Image 2">
            <a:extLst>
              <a:ext uri="{FF2B5EF4-FFF2-40B4-BE49-F238E27FC236}">
                <a16:creationId xmlns:a16="http://schemas.microsoft.com/office/drawing/2014/main" id="{5B14471F-89A6-840E-96E0-F02FD3DE99B5}"/>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7" name="Image 6">
            <a:extLst>
              <a:ext uri="{FF2B5EF4-FFF2-40B4-BE49-F238E27FC236}">
                <a16:creationId xmlns:a16="http://schemas.microsoft.com/office/drawing/2014/main" id="{7D8C0C3B-332B-53AB-5866-13B240F639F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8" name="Image 7">
            <a:extLst>
              <a:ext uri="{FF2B5EF4-FFF2-40B4-BE49-F238E27FC236}">
                <a16:creationId xmlns:a16="http://schemas.microsoft.com/office/drawing/2014/main" id="{D851D805-7B1E-9959-7928-142732721980}"/>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9" name="Image 8">
            <a:extLst>
              <a:ext uri="{FF2B5EF4-FFF2-40B4-BE49-F238E27FC236}">
                <a16:creationId xmlns:a16="http://schemas.microsoft.com/office/drawing/2014/main" id="{1121382F-FF84-9CB5-3C09-47E96BFE933B}"/>
              </a:ext>
            </a:extLst>
          </p:cNvPr>
          <p:cNvPicPr>
            <a:picLocks noChangeAspect="1"/>
          </p:cNvPicPr>
          <p:nvPr/>
        </p:nvPicPr>
        <p:blipFill>
          <a:blip r:embed="rId8"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10" name="Rectangle 9">
            <a:extLst>
              <a:ext uri="{FF2B5EF4-FFF2-40B4-BE49-F238E27FC236}">
                <a16:creationId xmlns:a16="http://schemas.microsoft.com/office/drawing/2014/main" id="{1A245DFA-C82E-F222-207F-BAE1FCD907CA}"/>
              </a:ext>
            </a:extLst>
          </p:cNvPr>
          <p:cNvSpPr/>
          <p:nvPr/>
        </p:nvSpPr>
        <p:spPr>
          <a:xfrm>
            <a:off x="487150" y="6044231"/>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ZoneTexte 10">
            <a:extLst>
              <a:ext uri="{FF2B5EF4-FFF2-40B4-BE49-F238E27FC236}">
                <a16:creationId xmlns:a16="http://schemas.microsoft.com/office/drawing/2014/main" id="{B08B9C70-E504-3C16-61E1-358A138DBD65}"/>
              </a:ext>
            </a:extLst>
          </p:cNvPr>
          <p:cNvSpPr txBox="1"/>
          <p:nvPr/>
        </p:nvSpPr>
        <p:spPr>
          <a:xfrm>
            <a:off x="11557591" y="6487886"/>
            <a:ext cx="435935" cy="369332"/>
          </a:xfrm>
          <a:prstGeom prst="rect">
            <a:avLst/>
          </a:prstGeom>
          <a:noFill/>
        </p:spPr>
        <p:txBody>
          <a:bodyPr wrap="square" rtlCol="0">
            <a:spAutoFit/>
          </a:bodyPr>
          <a:lstStyle/>
          <a:p>
            <a:r>
              <a:rPr lang="fr-FR" b="1" dirty="0">
                <a:solidFill>
                  <a:schemeClr val="bg2">
                    <a:lumMod val="50000"/>
                  </a:schemeClr>
                </a:solidFill>
              </a:rPr>
              <a:t>9</a:t>
            </a:r>
            <a:endParaRPr lang="en-US" b="1" noProof="0" dirty="0">
              <a:solidFill>
                <a:schemeClr val="bg2">
                  <a:lumMod val="50000"/>
                </a:schemeClr>
              </a:solidFill>
            </a:endParaRPr>
          </a:p>
        </p:txBody>
      </p:sp>
      <p:sp>
        <p:nvSpPr>
          <p:cNvPr id="12" name="ZoneTexte 11">
            <a:extLst>
              <a:ext uri="{FF2B5EF4-FFF2-40B4-BE49-F238E27FC236}">
                <a16:creationId xmlns:a16="http://schemas.microsoft.com/office/drawing/2014/main" id="{8103FD68-9FE8-ED3C-D0E1-CFA6F9A647D7}"/>
              </a:ext>
            </a:extLst>
          </p:cNvPr>
          <p:cNvSpPr txBox="1"/>
          <p:nvPr/>
        </p:nvSpPr>
        <p:spPr>
          <a:xfrm>
            <a:off x="3028507" y="1336413"/>
            <a:ext cx="6134986" cy="459421"/>
          </a:xfrm>
          <a:prstGeom prst="rect">
            <a:avLst/>
          </a:prstGeom>
          <a:noFill/>
        </p:spPr>
        <p:txBody>
          <a:bodyPr wrap="square">
            <a:spAutoFit/>
          </a:bodyPr>
          <a:lstStyle/>
          <a:p>
            <a:pPr lvl="0" algn="ctr">
              <a:lnSpc>
                <a:spcPct val="107000"/>
              </a:lnSpc>
              <a:spcAft>
                <a:spcPts val="800"/>
              </a:spcAft>
              <a:buClr>
                <a:srgbClr val="0F4761"/>
              </a:buClr>
            </a:pPr>
            <a:r>
              <a:rPr lang="fr-FR" sz="2400" u="sng" dirty="0">
                <a:solidFill>
                  <a:srgbClr val="0F4761"/>
                </a:solidFill>
                <a:latin typeface="Britannic Bold" panose="020B0903060703020204" pitchFamily="34" charset="0"/>
                <a:ea typeface="Aptos" panose="020B0004020202020204" pitchFamily="34" charset="0"/>
                <a:cs typeface="Times New Roman" panose="02020603050405020304" pitchFamily="18" charset="0"/>
              </a:rPr>
              <a:t>2. Nordex en FRANCE</a:t>
            </a:r>
            <a:endParaRPr lang="fr-FR" sz="2400" u="sng" dirty="0">
              <a:solidFill>
                <a:srgbClr val="0F4761"/>
              </a:solidFill>
              <a:effectLst/>
              <a:latin typeface="Britannic Bold" panose="020B0903060703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8345174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D379E-3920-3543-8BF2-1BF6C4E481CC}"/>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38E66087-89D5-A214-8923-944CC0D5C20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DBE29DD3-04E7-0298-18C9-1F1F80EB3A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7" name="ZoneTexte 6">
            <a:extLst>
              <a:ext uri="{FF2B5EF4-FFF2-40B4-BE49-F238E27FC236}">
                <a16:creationId xmlns:a16="http://schemas.microsoft.com/office/drawing/2014/main" id="{A0D1A1FB-8B33-F075-8B2F-F079EE039D21}"/>
              </a:ext>
            </a:extLst>
          </p:cNvPr>
          <p:cNvSpPr txBox="1"/>
          <p:nvPr/>
        </p:nvSpPr>
        <p:spPr>
          <a:xfrm>
            <a:off x="-39850" y="1512312"/>
            <a:ext cx="4434297" cy="646331"/>
          </a:xfrm>
          <a:prstGeom prst="rect">
            <a:avLst/>
          </a:prstGeom>
          <a:noFill/>
        </p:spPr>
        <p:txBody>
          <a:bodyPr wrap="square">
            <a:spAutoFit/>
          </a:bodyPr>
          <a:lstStyle/>
          <a:p>
            <a:r>
              <a:rPr lang="fr-FR" sz="1800" b="1" kern="0" dirty="0">
                <a:solidFill>
                  <a:srgbClr val="000000"/>
                </a:solidFill>
                <a:effectLst/>
                <a:latin typeface="Aptos" panose="020B0004020202020204" pitchFamily="34" charset="0"/>
                <a:ea typeface="Aptos" panose="020B0004020202020204" pitchFamily="34" charset="0"/>
                <a:cs typeface="Aptos" panose="020B0004020202020204" pitchFamily="34" charset="0"/>
              </a:rPr>
              <a:t>5 régions (CSO) et 17 services de maintenance</a:t>
            </a:r>
            <a:endParaRPr lang="en-US" dirty="0"/>
          </a:p>
        </p:txBody>
      </p:sp>
      <p:pic>
        <p:nvPicPr>
          <p:cNvPr id="3" name="Image 2">
            <a:extLst>
              <a:ext uri="{FF2B5EF4-FFF2-40B4-BE49-F238E27FC236}">
                <a16:creationId xmlns:a16="http://schemas.microsoft.com/office/drawing/2014/main" id="{C1CDBBDC-A357-8E96-73C9-A4A61761CC5B}"/>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8" name="Image 7">
            <a:extLst>
              <a:ext uri="{FF2B5EF4-FFF2-40B4-BE49-F238E27FC236}">
                <a16:creationId xmlns:a16="http://schemas.microsoft.com/office/drawing/2014/main" id="{2D6DF267-1858-2B70-C433-18311EC75C9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9" name="Image 8">
            <a:extLst>
              <a:ext uri="{FF2B5EF4-FFF2-40B4-BE49-F238E27FC236}">
                <a16:creationId xmlns:a16="http://schemas.microsoft.com/office/drawing/2014/main" id="{67F6BD74-D4D3-724F-1BC2-D96F4CFAA1C1}"/>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10" name="Image 9">
            <a:extLst>
              <a:ext uri="{FF2B5EF4-FFF2-40B4-BE49-F238E27FC236}">
                <a16:creationId xmlns:a16="http://schemas.microsoft.com/office/drawing/2014/main" id="{487B9986-E918-91B0-F6B5-25D35066D290}"/>
              </a:ext>
            </a:extLst>
          </p:cNvPr>
          <p:cNvPicPr>
            <a:picLocks noChangeAspect="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11" name="Rectangle 10">
            <a:extLst>
              <a:ext uri="{FF2B5EF4-FFF2-40B4-BE49-F238E27FC236}">
                <a16:creationId xmlns:a16="http://schemas.microsoft.com/office/drawing/2014/main" id="{57F1FF77-BF03-F5CC-5011-A575283ED807}"/>
              </a:ext>
            </a:extLst>
          </p:cNvPr>
          <p:cNvSpPr/>
          <p:nvPr/>
        </p:nvSpPr>
        <p:spPr>
          <a:xfrm>
            <a:off x="362772" y="6029634"/>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Image 1">
            <a:extLst>
              <a:ext uri="{FF2B5EF4-FFF2-40B4-BE49-F238E27FC236}">
                <a16:creationId xmlns:a16="http://schemas.microsoft.com/office/drawing/2014/main" id="{60EB9F54-AC6C-D048-6B84-A9018875A28D}"/>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3215640" y="1185267"/>
            <a:ext cx="4872446" cy="5487947"/>
          </a:xfrm>
          <a:prstGeom prst="rect">
            <a:avLst/>
          </a:prstGeom>
          <a:noFill/>
          <a:ln>
            <a:noFill/>
          </a:ln>
        </p:spPr>
      </p:pic>
      <p:sp>
        <p:nvSpPr>
          <p:cNvPr id="13" name="ZoneTexte 12">
            <a:extLst>
              <a:ext uri="{FF2B5EF4-FFF2-40B4-BE49-F238E27FC236}">
                <a16:creationId xmlns:a16="http://schemas.microsoft.com/office/drawing/2014/main" id="{18EF5D24-D749-EC2C-D3E7-E654E5748311}"/>
              </a:ext>
            </a:extLst>
          </p:cNvPr>
          <p:cNvSpPr txBox="1"/>
          <p:nvPr/>
        </p:nvSpPr>
        <p:spPr>
          <a:xfrm>
            <a:off x="11557591" y="6487886"/>
            <a:ext cx="752645" cy="369332"/>
          </a:xfrm>
          <a:prstGeom prst="rect">
            <a:avLst/>
          </a:prstGeom>
          <a:noFill/>
        </p:spPr>
        <p:txBody>
          <a:bodyPr wrap="square" rtlCol="0">
            <a:spAutoFit/>
          </a:bodyPr>
          <a:lstStyle/>
          <a:p>
            <a:r>
              <a:rPr lang="en-US" b="1" noProof="0" dirty="0">
                <a:solidFill>
                  <a:schemeClr val="bg2">
                    <a:lumMod val="50000"/>
                  </a:schemeClr>
                </a:solidFill>
              </a:rPr>
              <a:t>10</a:t>
            </a:r>
          </a:p>
        </p:txBody>
      </p:sp>
      <p:sp>
        <p:nvSpPr>
          <p:cNvPr id="14" name="ZoneTexte 13">
            <a:extLst>
              <a:ext uri="{FF2B5EF4-FFF2-40B4-BE49-F238E27FC236}">
                <a16:creationId xmlns:a16="http://schemas.microsoft.com/office/drawing/2014/main" id="{EBF75A84-4F5A-74C8-FE93-FCDA8749B47E}"/>
              </a:ext>
            </a:extLst>
          </p:cNvPr>
          <p:cNvSpPr txBox="1"/>
          <p:nvPr/>
        </p:nvSpPr>
        <p:spPr>
          <a:xfrm>
            <a:off x="-1376298" y="1099457"/>
            <a:ext cx="6134986" cy="459421"/>
          </a:xfrm>
          <a:prstGeom prst="rect">
            <a:avLst/>
          </a:prstGeom>
          <a:noFill/>
        </p:spPr>
        <p:txBody>
          <a:bodyPr wrap="square">
            <a:spAutoFit/>
          </a:bodyPr>
          <a:lstStyle/>
          <a:p>
            <a:pPr lvl="0" algn="ctr">
              <a:lnSpc>
                <a:spcPct val="107000"/>
              </a:lnSpc>
              <a:spcAft>
                <a:spcPts val="800"/>
              </a:spcAft>
              <a:buClr>
                <a:srgbClr val="0F4761"/>
              </a:buClr>
            </a:pPr>
            <a:r>
              <a:rPr lang="fr-FR" sz="2400" u="sng" dirty="0">
                <a:solidFill>
                  <a:srgbClr val="0F4761"/>
                </a:solidFill>
                <a:latin typeface="Britannic Bold" panose="020B0903060703020204" pitchFamily="34" charset="0"/>
                <a:ea typeface="Aptos" panose="020B0004020202020204" pitchFamily="34" charset="0"/>
                <a:cs typeface="Times New Roman" panose="02020603050405020304" pitchFamily="18" charset="0"/>
              </a:rPr>
              <a:t>2. Nordex en FRANCE</a:t>
            </a:r>
            <a:endParaRPr lang="fr-FR" sz="2400" u="sng" dirty="0">
              <a:solidFill>
                <a:srgbClr val="0F4761"/>
              </a:solidFill>
              <a:effectLst/>
              <a:latin typeface="Britannic Bold" panose="020B0903060703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1609569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F0E3D-919F-7C06-7DCE-0E82776D9B5B}"/>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DF5E0461-F7E8-35B5-2BF2-30C647B7279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59E6456D-A991-0F94-A69C-46C852332F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pic>
        <p:nvPicPr>
          <p:cNvPr id="3073" name="Image 41">
            <a:extLst>
              <a:ext uri="{FF2B5EF4-FFF2-40B4-BE49-F238E27FC236}">
                <a16:creationId xmlns:a16="http://schemas.microsoft.com/office/drawing/2014/main" id="{B1CCB0C1-E1B5-6A17-AB11-4E45064715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79" y="1389697"/>
            <a:ext cx="3054350" cy="3025775"/>
          </a:xfrm>
          <a:prstGeom prst="rect">
            <a:avLst/>
          </a:prstGeom>
          <a:noFill/>
          <a:extLst>
            <a:ext uri="{909E8E84-426E-40DD-AFC4-6F175D3DCCD1}">
              <a14:hiddenFill xmlns:a14="http://schemas.microsoft.com/office/drawing/2010/main">
                <a:solidFill>
                  <a:srgbClr val="FFFFFF"/>
                </a:solidFill>
              </a14:hiddenFill>
            </a:ext>
          </a:extLst>
        </p:spPr>
      </p:pic>
      <p:sp>
        <p:nvSpPr>
          <p:cNvPr id="2" name="Ellipse 1">
            <a:extLst>
              <a:ext uri="{FF2B5EF4-FFF2-40B4-BE49-F238E27FC236}">
                <a16:creationId xmlns:a16="http://schemas.microsoft.com/office/drawing/2014/main" id="{8FB7ABEE-FA61-C0EC-D2A0-3110E9E0EEDD}"/>
              </a:ext>
            </a:extLst>
          </p:cNvPr>
          <p:cNvSpPr/>
          <p:nvPr/>
        </p:nvSpPr>
        <p:spPr>
          <a:xfrm>
            <a:off x="1411517" y="1389697"/>
            <a:ext cx="591820" cy="39878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3074" name="Image 43">
            <a:extLst>
              <a:ext uri="{FF2B5EF4-FFF2-40B4-BE49-F238E27FC236}">
                <a16:creationId xmlns:a16="http://schemas.microsoft.com/office/drawing/2014/main" id="{2486252B-65E8-920A-0D34-8620714706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05186" y="1417394"/>
            <a:ext cx="3002797" cy="29980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5">
            <a:extLst>
              <a:ext uri="{FF2B5EF4-FFF2-40B4-BE49-F238E27FC236}">
                <a16:creationId xmlns:a16="http://schemas.microsoft.com/office/drawing/2014/main" id="{DFEF8EDD-05EF-0596-749D-EB17DC7EB57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6">
            <a:extLst>
              <a:ext uri="{FF2B5EF4-FFF2-40B4-BE49-F238E27FC236}">
                <a16:creationId xmlns:a16="http://schemas.microsoft.com/office/drawing/2014/main" id="{02E9FC43-B1B0-494A-BD0F-B422737D2AF4}"/>
              </a:ext>
            </a:extLst>
          </p:cNvPr>
          <p:cNvSpPr>
            <a:spLocks noChangeArrowheads="1"/>
          </p:cNvSpPr>
          <p:nvPr/>
        </p:nvSpPr>
        <p:spPr bwMode="auto">
          <a:xfrm>
            <a:off x="9080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7">
            <a:extLst>
              <a:ext uri="{FF2B5EF4-FFF2-40B4-BE49-F238E27FC236}">
                <a16:creationId xmlns:a16="http://schemas.microsoft.com/office/drawing/2014/main" id="{970A5ADC-0D51-085F-1F25-D549FE64720B}"/>
              </a:ext>
            </a:extLst>
          </p:cNvPr>
          <p:cNvSpPr/>
          <p:nvPr/>
        </p:nvSpPr>
        <p:spPr>
          <a:xfrm>
            <a:off x="287079" y="1389697"/>
            <a:ext cx="3054350" cy="3025775"/>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B400A1D-1989-9E53-8A73-1E2AF7EE88DC}"/>
              </a:ext>
            </a:extLst>
          </p:cNvPr>
          <p:cNvSpPr/>
          <p:nvPr/>
        </p:nvSpPr>
        <p:spPr>
          <a:xfrm>
            <a:off x="3405186" y="1389697"/>
            <a:ext cx="3002797" cy="3025775"/>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5" name="Image 44">
            <a:extLst>
              <a:ext uri="{FF2B5EF4-FFF2-40B4-BE49-F238E27FC236}">
                <a16:creationId xmlns:a16="http://schemas.microsoft.com/office/drawing/2014/main" id="{7E7DE9D6-344C-9039-4D96-EEDFA29B030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69196" y="2581592"/>
            <a:ext cx="6435725" cy="3292475"/>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D617081C-0AD8-AD66-AD37-B73F40F67B62}"/>
              </a:ext>
            </a:extLst>
          </p:cNvPr>
          <p:cNvSpPr/>
          <p:nvPr/>
        </p:nvSpPr>
        <p:spPr>
          <a:xfrm>
            <a:off x="5469196" y="2581592"/>
            <a:ext cx="6435725" cy="3264037"/>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age 10">
            <a:extLst>
              <a:ext uri="{FF2B5EF4-FFF2-40B4-BE49-F238E27FC236}">
                <a16:creationId xmlns:a16="http://schemas.microsoft.com/office/drawing/2014/main" id="{5B128A23-90DA-8FFC-0CAB-B352F1341DD9}"/>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12" name="Image 11">
            <a:extLst>
              <a:ext uri="{FF2B5EF4-FFF2-40B4-BE49-F238E27FC236}">
                <a16:creationId xmlns:a16="http://schemas.microsoft.com/office/drawing/2014/main" id="{B0AFA93B-4B31-0F88-2C66-BE08B662907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13" name="Image 12">
            <a:extLst>
              <a:ext uri="{FF2B5EF4-FFF2-40B4-BE49-F238E27FC236}">
                <a16:creationId xmlns:a16="http://schemas.microsoft.com/office/drawing/2014/main" id="{A68E2A90-31DB-6006-4978-9D92D6892D03}"/>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14" name="Image 13">
            <a:extLst>
              <a:ext uri="{FF2B5EF4-FFF2-40B4-BE49-F238E27FC236}">
                <a16:creationId xmlns:a16="http://schemas.microsoft.com/office/drawing/2014/main" id="{DAE008A7-60DF-1717-431E-FC4F8D8A5585}"/>
              </a:ext>
            </a:extLst>
          </p:cNvPr>
          <p:cNvPicPr>
            <a:picLocks noChangeAspect="1"/>
          </p:cNvPicPr>
          <p:nvPr/>
        </p:nvPicPr>
        <p:blipFill>
          <a:blip r:embed="rId10"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15" name="Rectangle 14">
            <a:extLst>
              <a:ext uri="{FF2B5EF4-FFF2-40B4-BE49-F238E27FC236}">
                <a16:creationId xmlns:a16="http://schemas.microsoft.com/office/drawing/2014/main" id="{7B500D18-B526-E5D8-2AF6-7513A49926BB}"/>
              </a:ext>
            </a:extLst>
          </p:cNvPr>
          <p:cNvSpPr/>
          <p:nvPr/>
        </p:nvSpPr>
        <p:spPr>
          <a:xfrm>
            <a:off x="362794" y="6044233"/>
            <a:ext cx="10909005" cy="744212"/>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ZoneTexte 15">
            <a:extLst>
              <a:ext uri="{FF2B5EF4-FFF2-40B4-BE49-F238E27FC236}">
                <a16:creationId xmlns:a16="http://schemas.microsoft.com/office/drawing/2014/main" id="{10366247-BDF4-BBD8-6D66-C7A8D6165194}"/>
              </a:ext>
            </a:extLst>
          </p:cNvPr>
          <p:cNvSpPr txBox="1"/>
          <p:nvPr/>
        </p:nvSpPr>
        <p:spPr>
          <a:xfrm>
            <a:off x="11557591" y="6487886"/>
            <a:ext cx="435935" cy="369332"/>
          </a:xfrm>
          <a:prstGeom prst="rect">
            <a:avLst/>
          </a:prstGeom>
          <a:noFill/>
        </p:spPr>
        <p:txBody>
          <a:bodyPr wrap="square" rtlCol="0">
            <a:spAutoFit/>
          </a:bodyPr>
          <a:lstStyle/>
          <a:p>
            <a:r>
              <a:rPr lang="en-US" b="1" noProof="0" dirty="0">
                <a:solidFill>
                  <a:schemeClr val="bg2">
                    <a:lumMod val="50000"/>
                  </a:schemeClr>
                </a:solidFill>
              </a:rPr>
              <a:t>11</a:t>
            </a:r>
          </a:p>
        </p:txBody>
      </p:sp>
      <p:sp>
        <p:nvSpPr>
          <p:cNvPr id="17" name="ZoneTexte 16">
            <a:extLst>
              <a:ext uri="{FF2B5EF4-FFF2-40B4-BE49-F238E27FC236}">
                <a16:creationId xmlns:a16="http://schemas.microsoft.com/office/drawing/2014/main" id="{854E87E8-3A4B-71EE-E973-37F9C228BEB0}"/>
              </a:ext>
            </a:extLst>
          </p:cNvPr>
          <p:cNvSpPr txBox="1"/>
          <p:nvPr/>
        </p:nvSpPr>
        <p:spPr>
          <a:xfrm>
            <a:off x="3028507" y="1336413"/>
            <a:ext cx="6134986" cy="459421"/>
          </a:xfrm>
          <a:prstGeom prst="rect">
            <a:avLst/>
          </a:prstGeom>
          <a:noFill/>
        </p:spPr>
        <p:txBody>
          <a:bodyPr wrap="square">
            <a:spAutoFit/>
          </a:bodyPr>
          <a:lstStyle/>
          <a:p>
            <a:pPr lvl="0" algn="ctr">
              <a:lnSpc>
                <a:spcPct val="107000"/>
              </a:lnSpc>
              <a:spcAft>
                <a:spcPts val="800"/>
              </a:spcAft>
              <a:buClr>
                <a:srgbClr val="0F4761"/>
              </a:buClr>
            </a:pPr>
            <a:r>
              <a:rPr lang="fr-FR" sz="2400" u="sng" dirty="0">
                <a:solidFill>
                  <a:srgbClr val="0F4761"/>
                </a:solidFill>
                <a:latin typeface="Britannic Bold" panose="020B0903060703020204" pitchFamily="34" charset="0"/>
                <a:ea typeface="Aptos" panose="020B0004020202020204" pitchFamily="34" charset="0"/>
                <a:cs typeface="Times New Roman" panose="02020603050405020304" pitchFamily="18" charset="0"/>
              </a:rPr>
              <a:t>3. Nordex Villers-Bocage</a:t>
            </a:r>
            <a:endParaRPr lang="fr-FR" sz="2400" u="sng" dirty="0">
              <a:solidFill>
                <a:srgbClr val="0F4761"/>
              </a:solidFill>
              <a:effectLst/>
              <a:latin typeface="Britannic Bold" panose="020B0903060703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7902082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A1589-68A9-259E-4966-3AB1659EA5E4}"/>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AC905C99-DB45-59E2-1643-296B8FAECB9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082B143B-DAD4-1D24-7198-D8B7583285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A66BAA21-DC6F-B6EF-F43D-0EA15A8954AF}"/>
              </a:ext>
            </a:extLst>
          </p:cNvPr>
          <p:cNvSpPr txBox="1"/>
          <p:nvPr/>
        </p:nvSpPr>
        <p:spPr>
          <a:xfrm>
            <a:off x="11560629" y="6487886"/>
            <a:ext cx="671221" cy="369332"/>
          </a:xfrm>
          <a:prstGeom prst="rect">
            <a:avLst/>
          </a:prstGeom>
          <a:noFill/>
        </p:spPr>
        <p:txBody>
          <a:bodyPr wrap="square" rtlCol="0">
            <a:spAutoFit/>
          </a:bodyPr>
          <a:lstStyle/>
          <a:p>
            <a:r>
              <a:rPr lang="fr-FR" b="1" dirty="0">
                <a:solidFill>
                  <a:schemeClr val="bg2">
                    <a:lumMod val="50000"/>
                  </a:schemeClr>
                </a:solidFill>
              </a:rPr>
              <a:t>12</a:t>
            </a:r>
            <a:endParaRPr lang="en-US" b="1" dirty="0">
              <a:solidFill>
                <a:schemeClr val="bg2">
                  <a:lumMod val="50000"/>
                </a:schemeClr>
              </a:solidFill>
            </a:endParaRPr>
          </a:p>
        </p:txBody>
      </p:sp>
      <p:pic>
        <p:nvPicPr>
          <p:cNvPr id="2" name="Image 1" descr="Une image contenant intérieur, mur, bureau, habits&#10;&#10;Le contenu généré par l’IA peut être incorrect.">
            <a:extLst>
              <a:ext uri="{FF2B5EF4-FFF2-40B4-BE49-F238E27FC236}">
                <a16:creationId xmlns:a16="http://schemas.microsoft.com/office/drawing/2014/main" id="{D9AE75A5-F245-5F48-F1F2-6A4CC3D32819}"/>
              </a:ext>
            </a:extLst>
          </p:cNvPr>
          <p:cNvPicPr>
            <a:picLocks noChangeAspect="1"/>
          </p:cNvPicPr>
          <p:nvPr/>
        </p:nvPicPr>
        <p:blipFill>
          <a:blip r:embed="rId4" r:link="rId5" cstate="print">
            <a:extLst>
              <a:ext uri="{28A0092B-C50C-407E-A947-70E740481C1C}">
                <a14:useLocalDpi xmlns:a14="http://schemas.microsoft.com/office/drawing/2010/main" val="0"/>
              </a:ext>
            </a:extLst>
          </a:blip>
          <a:srcRect/>
          <a:stretch>
            <a:fillRect/>
          </a:stretch>
        </p:blipFill>
        <p:spPr bwMode="auto">
          <a:xfrm>
            <a:off x="6313744" y="2181066"/>
            <a:ext cx="4459605" cy="2508885"/>
          </a:xfrm>
          <a:prstGeom prst="rect">
            <a:avLst/>
          </a:prstGeom>
          <a:noFill/>
          <a:ln>
            <a:noFill/>
          </a:ln>
        </p:spPr>
      </p:pic>
      <p:pic>
        <p:nvPicPr>
          <p:cNvPr id="7" name="Image 6" descr="Une image contenant scène, texte, étagère, intérieur&#10;&#10;Le contenu généré par l’IA peut être incorrect.">
            <a:extLst>
              <a:ext uri="{FF2B5EF4-FFF2-40B4-BE49-F238E27FC236}">
                <a16:creationId xmlns:a16="http://schemas.microsoft.com/office/drawing/2014/main" id="{DCC1726C-647A-0D56-19A1-07E3700E4FE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79170" y="2191488"/>
            <a:ext cx="4557696" cy="2532380"/>
          </a:xfrm>
          <a:prstGeom prst="rect">
            <a:avLst/>
          </a:prstGeom>
        </p:spPr>
      </p:pic>
      <p:sp>
        <p:nvSpPr>
          <p:cNvPr id="8" name="Rectangle 7">
            <a:extLst>
              <a:ext uri="{FF2B5EF4-FFF2-40B4-BE49-F238E27FC236}">
                <a16:creationId xmlns:a16="http://schemas.microsoft.com/office/drawing/2014/main" id="{22700D75-4534-3ADA-2800-505C5D50E820}"/>
              </a:ext>
            </a:extLst>
          </p:cNvPr>
          <p:cNvSpPr/>
          <p:nvPr/>
        </p:nvSpPr>
        <p:spPr>
          <a:xfrm>
            <a:off x="6313744" y="2191488"/>
            <a:ext cx="4459605" cy="248846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 name="ZoneTexte 9">
            <a:extLst>
              <a:ext uri="{FF2B5EF4-FFF2-40B4-BE49-F238E27FC236}">
                <a16:creationId xmlns:a16="http://schemas.microsoft.com/office/drawing/2014/main" id="{091D32B6-65D0-E404-DDF3-22AF75CE58D6}"/>
              </a:ext>
            </a:extLst>
          </p:cNvPr>
          <p:cNvSpPr txBox="1"/>
          <p:nvPr/>
        </p:nvSpPr>
        <p:spPr>
          <a:xfrm>
            <a:off x="979170" y="5288127"/>
            <a:ext cx="6132194" cy="369332"/>
          </a:xfrm>
          <a:prstGeom prst="rect">
            <a:avLst/>
          </a:prstGeom>
          <a:noFill/>
        </p:spPr>
        <p:txBody>
          <a:bodyPr wrap="square">
            <a:spAutoFit/>
          </a:bodyPr>
          <a:lstStyle/>
          <a:p>
            <a:r>
              <a:rPr lang="fr-FR" sz="1800" kern="0" dirty="0">
                <a:effectLst/>
                <a:latin typeface="Aptos" panose="020B0004020202020204" pitchFamily="34" charset="0"/>
                <a:ea typeface="Aptos" panose="020B0004020202020204" pitchFamily="34" charset="0"/>
                <a:cs typeface="Aptos" panose="020B0004020202020204" pitchFamily="34" charset="0"/>
              </a:rPr>
              <a:t>1 Dacia Duster, 2 Peugeot Expert et 4 Peugeot Boxer</a:t>
            </a:r>
            <a:endParaRPr lang="en-US" dirty="0"/>
          </a:p>
        </p:txBody>
      </p:sp>
      <p:pic>
        <p:nvPicPr>
          <p:cNvPr id="9" name="Image 8">
            <a:extLst>
              <a:ext uri="{FF2B5EF4-FFF2-40B4-BE49-F238E27FC236}">
                <a16:creationId xmlns:a16="http://schemas.microsoft.com/office/drawing/2014/main" id="{D3658A76-A890-B0BD-516C-1B21D8B47395}"/>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11" name="Image 10">
            <a:extLst>
              <a:ext uri="{FF2B5EF4-FFF2-40B4-BE49-F238E27FC236}">
                <a16:creationId xmlns:a16="http://schemas.microsoft.com/office/drawing/2014/main" id="{EC0A01FA-5A43-CCCA-775E-84462EA5553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12" name="Image 11">
            <a:extLst>
              <a:ext uri="{FF2B5EF4-FFF2-40B4-BE49-F238E27FC236}">
                <a16:creationId xmlns:a16="http://schemas.microsoft.com/office/drawing/2014/main" id="{0DC027B7-94A2-0122-D125-63D2C87D529A}"/>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13" name="Image 12">
            <a:extLst>
              <a:ext uri="{FF2B5EF4-FFF2-40B4-BE49-F238E27FC236}">
                <a16:creationId xmlns:a16="http://schemas.microsoft.com/office/drawing/2014/main" id="{94D7F034-B801-7B13-0605-38B8F0286960}"/>
              </a:ext>
            </a:extLst>
          </p:cNvPr>
          <p:cNvPicPr>
            <a:picLocks noChangeAspect="1"/>
          </p:cNvPicPr>
          <p:nvPr/>
        </p:nvPicPr>
        <p:blipFill>
          <a:blip r:embed="rId10"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14" name="Rectangle 13">
            <a:extLst>
              <a:ext uri="{FF2B5EF4-FFF2-40B4-BE49-F238E27FC236}">
                <a16:creationId xmlns:a16="http://schemas.microsoft.com/office/drawing/2014/main" id="{6E7D1B1F-89DB-40E6-765B-DB9E1EEC72A7}"/>
              </a:ext>
            </a:extLst>
          </p:cNvPr>
          <p:cNvSpPr/>
          <p:nvPr/>
        </p:nvSpPr>
        <p:spPr>
          <a:xfrm>
            <a:off x="254044" y="6044233"/>
            <a:ext cx="10909005" cy="744212"/>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59E2629-2994-A70A-E64E-AB15387C6748}"/>
              </a:ext>
            </a:extLst>
          </p:cNvPr>
          <p:cNvSpPr/>
          <p:nvPr/>
        </p:nvSpPr>
        <p:spPr>
          <a:xfrm>
            <a:off x="981710" y="2171065"/>
            <a:ext cx="4555156" cy="2528888"/>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ZoneTexte 15">
            <a:extLst>
              <a:ext uri="{FF2B5EF4-FFF2-40B4-BE49-F238E27FC236}">
                <a16:creationId xmlns:a16="http://schemas.microsoft.com/office/drawing/2014/main" id="{E1FC7407-5042-D1FC-C560-B334A1D57D98}"/>
              </a:ext>
            </a:extLst>
          </p:cNvPr>
          <p:cNvSpPr txBox="1"/>
          <p:nvPr/>
        </p:nvSpPr>
        <p:spPr>
          <a:xfrm>
            <a:off x="3028507" y="1336413"/>
            <a:ext cx="6134986" cy="459421"/>
          </a:xfrm>
          <a:prstGeom prst="rect">
            <a:avLst/>
          </a:prstGeom>
          <a:noFill/>
        </p:spPr>
        <p:txBody>
          <a:bodyPr wrap="square">
            <a:spAutoFit/>
          </a:bodyPr>
          <a:lstStyle/>
          <a:p>
            <a:pPr lvl="0" algn="ctr">
              <a:lnSpc>
                <a:spcPct val="107000"/>
              </a:lnSpc>
              <a:spcAft>
                <a:spcPts val="800"/>
              </a:spcAft>
              <a:buClr>
                <a:srgbClr val="0F4761"/>
              </a:buClr>
            </a:pPr>
            <a:r>
              <a:rPr lang="fr-FR" sz="2400" u="sng" dirty="0">
                <a:solidFill>
                  <a:srgbClr val="0F4761"/>
                </a:solidFill>
                <a:effectLst/>
                <a:latin typeface="Britannic Bold" panose="020B0903060703020204" pitchFamily="34" charset="0"/>
                <a:ea typeface="Aptos" panose="020B0004020202020204" pitchFamily="34" charset="0"/>
                <a:cs typeface="Times New Roman" panose="02020603050405020304" pitchFamily="18" charset="0"/>
              </a:rPr>
              <a:t>Pr</a:t>
            </a:r>
            <a:r>
              <a:rPr lang="fr-FR" sz="2400" u="sng" dirty="0">
                <a:solidFill>
                  <a:srgbClr val="0F4761"/>
                </a:solidFill>
                <a:latin typeface="Britannic Bold" panose="020B0903060703020204" pitchFamily="34" charset="0"/>
                <a:ea typeface="Aptos" panose="020B0004020202020204" pitchFamily="34" charset="0"/>
                <a:cs typeface="Times New Roman" panose="02020603050405020304" pitchFamily="18" charset="0"/>
              </a:rPr>
              <a:t>ésentation du SP</a:t>
            </a:r>
            <a:endParaRPr lang="fr-FR" sz="2400" u="sng" dirty="0">
              <a:solidFill>
                <a:srgbClr val="0F4761"/>
              </a:solidFill>
              <a:effectLst/>
              <a:latin typeface="Britannic Bold" panose="020B0903060703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80510317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62DB5-CD76-FF54-E8D4-129BE9C743FD}"/>
            </a:ext>
          </a:extLst>
        </p:cNvPr>
        <p:cNvGrpSpPr/>
        <p:nvPr/>
      </p:nvGrpSpPr>
      <p:grpSpPr>
        <a:xfrm>
          <a:off x="0" y="0"/>
          <a:ext cx="0" cy="0"/>
          <a:chOff x="0" y="0"/>
          <a:chExt cx="0" cy="0"/>
        </a:xfrm>
      </p:grpSpPr>
      <p:pic>
        <p:nvPicPr>
          <p:cNvPr id="10" name="Image 9">
            <a:extLst>
              <a:ext uri="{FF2B5EF4-FFF2-40B4-BE49-F238E27FC236}">
                <a16:creationId xmlns:a16="http://schemas.microsoft.com/office/drawing/2014/main" id="{82B0CD44-7E70-B8DB-2DFD-D186F99913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78558" y="6278547"/>
            <a:ext cx="972185" cy="473710"/>
          </a:xfrm>
          <a:prstGeom prst="rect">
            <a:avLst/>
          </a:prstGeom>
        </p:spPr>
      </p:pic>
      <p:pic>
        <p:nvPicPr>
          <p:cNvPr id="4" name="Image 3">
            <a:extLst>
              <a:ext uri="{FF2B5EF4-FFF2-40B4-BE49-F238E27FC236}">
                <a16:creationId xmlns:a16="http://schemas.microsoft.com/office/drawing/2014/main" id="{98AA4FDB-D170-9F35-BC5D-CB03FE3B658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0780405A-1222-915E-4D34-D6CB3BA144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2E58BC4B-EAED-025E-106D-3D94F74EF506}"/>
              </a:ext>
            </a:extLst>
          </p:cNvPr>
          <p:cNvSpPr txBox="1"/>
          <p:nvPr/>
        </p:nvSpPr>
        <p:spPr>
          <a:xfrm>
            <a:off x="11560629" y="6487886"/>
            <a:ext cx="491671" cy="369332"/>
          </a:xfrm>
          <a:prstGeom prst="rect">
            <a:avLst/>
          </a:prstGeom>
          <a:noFill/>
        </p:spPr>
        <p:txBody>
          <a:bodyPr wrap="square" rtlCol="0">
            <a:spAutoFit/>
          </a:bodyPr>
          <a:lstStyle/>
          <a:p>
            <a:r>
              <a:rPr lang="fr-FR" b="1" dirty="0">
                <a:solidFill>
                  <a:schemeClr val="bg2">
                    <a:lumMod val="50000"/>
                  </a:schemeClr>
                </a:solidFill>
              </a:rPr>
              <a:t>13</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34A7B03F-5765-0A21-5098-AC7A45AB72CB}"/>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3" name="Image 2">
            <a:extLst>
              <a:ext uri="{FF2B5EF4-FFF2-40B4-BE49-F238E27FC236}">
                <a16:creationId xmlns:a16="http://schemas.microsoft.com/office/drawing/2014/main" id="{5BDAFDDF-EBD6-D8DB-C509-739574011F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7" name="Image 6">
            <a:extLst>
              <a:ext uri="{FF2B5EF4-FFF2-40B4-BE49-F238E27FC236}">
                <a16:creationId xmlns:a16="http://schemas.microsoft.com/office/drawing/2014/main" id="{B1449E1A-29E3-87BD-2581-0310A9BD18F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8" name="Image 7">
            <a:extLst>
              <a:ext uri="{FF2B5EF4-FFF2-40B4-BE49-F238E27FC236}">
                <a16:creationId xmlns:a16="http://schemas.microsoft.com/office/drawing/2014/main" id="{DF0A9E62-C960-D521-7D82-E8B944354AA2}"/>
              </a:ext>
            </a:extLst>
          </p:cNvPr>
          <p:cNvPicPr>
            <a:picLocks noChangeAspect="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9" name="Rectangle 8">
            <a:extLst>
              <a:ext uri="{FF2B5EF4-FFF2-40B4-BE49-F238E27FC236}">
                <a16:creationId xmlns:a16="http://schemas.microsoft.com/office/drawing/2014/main" id="{1E404B91-666D-8045-2414-79937DA01BF3}"/>
              </a:ext>
            </a:extLst>
          </p:cNvPr>
          <p:cNvSpPr/>
          <p:nvPr/>
        </p:nvSpPr>
        <p:spPr>
          <a:xfrm>
            <a:off x="407602" y="6044231"/>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 name="Image 39">
            <a:extLst>
              <a:ext uri="{FF2B5EF4-FFF2-40B4-BE49-F238E27FC236}">
                <a16:creationId xmlns:a16="http://schemas.microsoft.com/office/drawing/2014/main" id="{E3607D04-9E14-0D12-0A37-3B3E84DBAB3D}"/>
              </a:ext>
            </a:extLst>
          </p:cNvPr>
          <p:cNvPicPr>
            <a:picLocks noChangeAspect="1"/>
          </p:cNvPicPr>
          <p:nvPr/>
        </p:nvPicPr>
        <p:blipFill>
          <a:blip r:embed="rId8"/>
          <a:srcRect t="1334" b="1832"/>
          <a:stretch/>
        </p:blipFill>
        <p:spPr>
          <a:xfrm>
            <a:off x="2971800" y="1554480"/>
            <a:ext cx="6248400" cy="5303520"/>
          </a:xfrm>
          <a:prstGeom prst="rect">
            <a:avLst/>
          </a:prstGeom>
        </p:spPr>
      </p:pic>
      <p:sp>
        <p:nvSpPr>
          <p:cNvPr id="11" name="ZoneTexte 10">
            <a:extLst>
              <a:ext uri="{FF2B5EF4-FFF2-40B4-BE49-F238E27FC236}">
                <a16:creationId xmlns:a16="http://schemas.microsoft.com/office/drawing/2014/main" id="{CE60534D-D282-FFB3-3532-EAAD3FD3CDF1}"/>
              </a:ext>
            </a:extLst>
          </p:cNvPr>
          <p:cNvSpPr txBox="1"/>
          <p:nvPr/>
        </p:nvSpPr>
        <p:spPr>
          <a:xfrm>
            <a:off x="-802513" y="1358219"/>
            <a:ext cx="6134986" cy="459421"/>
          </a:xfrm>
          <a:prstGeom prst="rect">
            <a:avLst/>
          </a:prstGeom>
          <a:noFill/>
        </p:spPr>
        <p:txBody>
          <a:bodyPr wrap="square">
            <a:spAutoFit/>
          </a:bodyPr>
          <a:lstStyle/>
          <a:p>
            <a:pPr lvl="0" algn="ctr">
              <a:lnSpc>
                <a:spcPct val="107000"/>
              </a:lnSpc>
              <a:spcAft>
                <a:spcPts val="800"/>
              </a:spcAft>
              <a:buClr>
                <a:srgbClr val="0F4761"/>
              </a:buClr>
            </a:pPr>
            <a:r>
              <a:rPr lang="fr-FR" sz="2400" u="sng" dirty="0">
                <a:solidFill>
                  <a:srgbClr val="0F4761"/>
                </a:solidFill>
                <a:effectLst/>
                <a:latin typeface="Britannic Bold" panose="020B0903060703020204" pitchFamily="34" charset="0"/>
                <a:ea typeface="Aptos" panose="020B0004020202020204" pitchFamily="34" charset="0"/>
                <a:cs typeface="Times New Roman" panose="02020603050405020304" pitchFamily="18" charset="0"/>
              </a:rPr>
              <a:t>Organigramme</a:t>
            </a:r>
          </a:p>
        </p:txBody>
      </p:sp>
      <p:pic>
        <p:nvPicPr>
          <p:cNvPr id="13" name="Image 12"/>
          <p:cNvPicPr>
            <a:picLocks noChangeAspect="1"/>
          </p:cNvPicPr>
          <p:nvPr/>
        </p:nvPicPr>
        <p:blipFill>
          <a:blip r:embed="rId9"/>
          <a:stretch>
            <a:fillRect/>
          </a:stretch>
        </p:blipFill>
        <p:spPr>
          <a:xfrm>
            <a:off x="2586545" y="1378979"/>
            <a:ext cx="6777889" cy="4406490"/>
          </a:xfrm>
          <a:prstGeom prst="rect">
            <a:avLst/>
          </a:prstGeom>
        </p:spPr>
      </p:pic>
    </p:spTree>
    <p:extLst>
      <p:ext uri="{BB962C8B-B14F-4D97-AF65-F5344CB8AC3E}">
        <p14:creationId xmlns:p14="http://schemas.microsoft.com/office/powerpoint/2010/main" val="7863625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25837-E3BC-3CA5-A852-0D62639BE875}"/>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EDA8AF7-A5A4-A3CF-9C3A-A4A67198749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D701AACB-7ADD-710A-B854-D202767517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D8E074CE-8E14-3247-3FA0-8A87A5313BCC}"/>
              </a:ext>
            </a:extLst>
          </p:cNvPr>
          <p:cNvSpPr txBox="1"/>
          <p:nvPr/>
        </p:nvSpPr>
        <p:spPr>
          <a:xfrm>
            <a:off x="11560629" y="6487886"/>
            <a:ext cx="776120" cy="369332"/>
          </a:xfrm>
          <a:prstGeom prst="rect">
            <a:avLst/>
          </a:prstGeom>
          <a:noFill/>
        </p:spPr>
        <p:txBody>
          <a:bodyPr wrap="square" rtlCol="0">
            <a:spAutoFit/>
          </a:bodyPr>
          <a:lstStyle/>
          <a:p>
            <a:r>
              <a:rPr lang="fr-FR" b="1" dirty="0">
                <a:solidFill>
                  <a:schemeClr val="bg2">
                    <a:lumMod val="50000"/>
                  </a:schemeClr>
                </a:solidFill>
              </a:rPr>
              <a:t>14</a:t>
            </a:r>
            <a:endParaRPr lang="en-US" b="1" dirty="0">
              <a:solidFill>
                <a:schemeClr val="bg2">
                  <a:lumMod val="50000"/>
                </a:schemeClr>
              </a:solidFill>
            </a:endParaRPr>
          </a:p>
        </p:txBody>
      </p:sp>
      <p:pic>
        <p:nvPicPr>
          <p:cNvPr id="48" name="Image 47" descr="Une image contenant sol, Bagages et sacs, plein air, sac à dos&#10;&#10;Le contenu généré par l’IA peut être incorrect.">
            <a:extLst>
              <a:ext uri="{FF2B5EF4-FFF2-40B4-BE49-F238E27FC236}">
                <a16:creationId xmlns:a16="http://schemas.microsoft.com/office/drawing/2014/main" id="{9EBFE785-065A-9B0C-ACAF-C5F3591DF54D}"/>
              </a:ext>
            </a:extLst>
          </p:cNvPr>
          <p:cNvPicPr>
            <a:picLocks noChangeAspect="1"/>
          </p:cNvPicPr>
          <p:nvPr/>
        </p:nvPicPr>
        <p:blipFill rotWithShape="1">
          <a:blip r:embed="rId4" r:link="rId5" cstate="print">
            <a:extLst>
              <a:ext uri="{28A0092B-C50C-407E-A947-70E740481C1C}">
                <a14:useLocalDpi xmlns:a14="http://schemas.microsoft.com/office/drawing/2010/main" val="0"/>
              </a:ext>
            </a:extLst>
          </a:blip>
          <a:srcRect t="11382" b="14524"/>
          <a:stretch>
            <a:fillRect/>
          </a:stretch>
        </p:blipFill>
        <p:spPr bwMode="auto">
          <a:xfrm rot="16200000">
            <a:off x="8757286" y="2169002"/>
            <a:ext cx="2303780" cy="3034665"/>
          </a:xfrm>
          <a:prstGeom prst="rect">
            <a:avLst/>
          </a:prstGeom>
          <a:noFill/>
          <a:ln>
            <a:noFill/>
          </a:ln>
          <a:extLst>
            <a:ext uri="{53640926-AAD7-44D8-BBD7-CCE9431645EC}">
              <a14:shadowObscured xmlns:a14="http://schemas.microsoft.com/office/drawing/2010/main"/>
            </a:ext>
          </a:extLst>
        </p:spPr>
      </p:pic>
      <p:sp>
        <p:nvSpPr>
          <p:cNvPr id="49" name="Rectangle 48">
            <a:extLst>
              <a:ext uri="{FF2B5EF4-FFF2-40B4-BE49-F238E27FC236}">
                <a16:creationId xmlns:a16="http://schemas.microsoft.com/office/drawing/2014/main" id="{5F3C999E-E074-4B55-F2A9-9FE8E962D971}"/>
              </a:ext>
            </a:extLst>
          </p:cNvPr>
          <p:cNvSpPr/>
          <p:nvPr/>
        </p:nvSpPr>
        <p:spPr>
          <a:xfrm>
            <a:off x="8394383" y="2538890"/>
            <a:ext cx="3030220" cy="2296160"/>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56" name="Connecteur droit avec flèche 55">
            <a:extLst>
              <a:ext uri="{FF2B5EF4-FFF2-40B4-BE49-F238E27FC236}">
                <a16:creationId xmlns:a16="http://schemas.microsoft.com/office/drawing/2014/main" id="{DDD25C70-CDB3-E431-3F7A-BE551357EDE5}"/>
              </a:ext>
            </a:extLst>
          </p:cNvPr>
          <p:cNvCxnSpPr>
            <a:cxnSpLocks/>
          </p:cNvCxnSpPr>
          <p:nvPr/>
        </p:nvCxnSpPr>
        <p:spPr>
          <a:xfrm>
            <a:off x="7772400" y="2534444"/>
            <a:ext cx="2320290" cy="34591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9" name="Connecteur droit avec flèche 58">
            <a:extLst>
              <a:ext uri="{FF2B5EF4-FFF2-40B4-BE49-F238E27FC236}">
                <a16:creationId xmlns:a16="http://schemas.microsoft.com/office/drawing/2014/main" id="{AED02817-2F41-AD24-9CEA-FAB309D65F9B}"/>
              </a:ext>
            </a:extLst>
          </p:cNvPr>
          <p:cNvCxnSpPr>
            <a:cxnSpLocks/>
          </p:cNvCxnSpPr>
          <p:nvPr/>
        </p:nvCxnSpPr>
        <p:spPr>
          <a:xfrm>
            <a:off x="7771130" y="2534444"/>
            <a:ext cx="1179513" cy="54022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1" name="Connecteur droit avec flèche 60">
            <a:extLst>
              <a:ext uri="{FF2B5EF4-FFF2-40B4-BE49-F238E27FC236}">
                <a16:creationId xmlns:a16="http://schemas.microsoft.com/office/drawing/2014/main" id="{9EEEF19C-B193-E1D8-F18E-961EB07D29A6}"/>
              </a:ext>
            </a:extLst>
          </p:cNvPr>
          <p:cNvCxnSpPr>
            <a:cxnSpLocks/>
          </p:cNvCxnSpPr>
          <p:nvPr/>
        </p:nvCxnSpPr>
        <p:spPr>
          <a:xfrm>
            <a:off x="7486967" y="3686334"/>
            <a:ext cx="1288734" cy="26821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106" name="ZoneTexte 4105">
            <a:extLst>
              <a:ext uri="{FF2B5EF4-FFF2-40B4-BE49-F238E27FC236}">
                <a16:creationId xmlns:a16="http://schemas.microsoft.com/office/drawing/2014/main" id="{0F5CC3CA-722B-E495-7959-F5713685AD5F}"/>
              </a:ext>
            </a:extLst>
          </p:cNvPr>
          <p:cNvSpPr txBox="1"/>
          <p:nvPr/>
        </p:nvSpPr>
        <p:spPr>
          <a:xfrm>
            <a:off x="5063490" y="1840230"/>
            <a:ext cx="1032510" cy="338554"/>
          </a:xfrm>
          <a:prstGeom prst="rect">
            <a:avLst/>
          </a:prstGeom>
          <a:noFill/>
        </p:spPr>
        <p:txBody>
          <a:bodyPr wrap="square" rtlCol="0">
            <a:spAutoFit/>
          </a:bodyPr>
          <a:lstStyle/>
          <a:p>
            <a:r>
              <a:rPr lang="fr-FR" sz="1600" b="1" dirty="0"/>
              <a:t>Harnais</a:t>
            </a:r>
            <a:endParaRPr lang="en-US" sz="1600" b="1" dirty="0"/>
          </a:p>
        </p:txBody>
      </p:sp>
      <p:sp>
        <p:nvSpPr>
          <p:cNvPr id="4107" name="ZoneTexte 4106">
            <a:extLst>
              <a:ext uri="{FF2B5EF4-FFF2-40B4-BE49-F238E27FC236}">
                <a16:creationId xmlns:a16="http://schemas.microsoft.com/office/drawing/2014/main" id="{0FD55452-887F-C81B-31E3-38B63FDC59A9}"/>
              </a:ext>
            </a:extLst>
          </p:cNvPr>
          <p:cNvSpPr txBox="1"/>
          <p:nvPr/>
        </p:nvSpPr>
        <p:spPr>
          <a:xfrm>
            <a:off x="4979352" y="2684006"/>
            <a:ext cx="2210118" cy="584775"/>
          </a:xfrm>
          <a:prstGeom prst="rect">
            <a:avLst/>
          </a:prstGeom>
          <a:noFill/>
        </p:spPr>
        <p:txBody>
          <a:bodyPr wrap="square" rtlCol="0">
            <a:spAutoFit/>
          </a:bodyPr>
          <a:lstStyle/>
          <a:p>
            <a:r>
              <a:rPr lang="fr-FR" sz="1600" b="1" kern="0" dirty="0">
                <a:effectLst/>
                <a:latin typeface="Aptos" panose="020B0004020202020204" pitchFamily="34" charset="0"/>
                <a:ea typeface="Aptos" panose="020B0004020202020204" pitchFamily="34" charset="0"/>
                <a:cs typeface="Aptos" panose="020B0004020202020204" pitchFamily="34" charset="0"/>
              </a:rPr>
              <a:t>Longes antichute        avec manu croches</a:t>
            </a:r>
            <a:endParaRPr lang="en-US" sz="1400" b="1" dirty="0"/>
          </a:p>
        </p:txBody>
      </p:sp>
      <p:sp>
        <p:nvSpPr>
          <p:cNvPr id="4108" name="ZoneTexte 4107">
            <a:extLst>
              <a:ext uri="{FF2B5EF4-FFF2-40B4-BE49-F238E27FC236}">
                <a16:creationId xmlns:a16="http://schemas.microsoft.com/office/drawing/2014/main" id="{2B801193-92D6-E5ED-5CA1-42DA98CC9E97}"/>
              </a:ext>
            </a:extLst>
          </p:cNvPr>
          <p:cNvSpPr txBox="1"/>
          <p:nvPr/>
        </p:nvSpPr>
        <p:spPr>
          <a:xfrm>
            <a:off x="4953953" y="3481889"/>
            <a:ext cx="1032510" cy="338554"/>
          </a:xfrm>
          <a:prstGeom prst="rect">
            <a:avLst/>
          </a:prstGeom>
          <a:noFill/>
        </p:spPr>
        <p:txBody>
          <a:bodyPr wrap="square" rtlCol="0">
            <a:spAutoFit/>
          </a:bodyPr>
          <a:lstStyle/>
          <a:p>
            <a:r>
              <a:rPr lang="fr-FR" sz="1600" b="1" dirty="0"/>
              <a:t>Sangles</a:t>
            </a:r>
            <a:endParaRPr lang="en-US" sz="1600" b="1" dirty="0"/>
          </a:p>
        </p:txBody>
      </p:sp>
      <p:sp>
        <p:nvSpPr>
          <p:cNvPr id="4109" name="ZoneTexte 4108">
            <a:extLst>
              <a:ext uri="{FF2B5EF4-FFF2-40B4-BE49-F238E27FC236}">
                <a16:creationId xmlns:a16="http://schemas.microsoft.com/office/drawing/2014/main" id="{323E3C89-7856-89E3-2B6D-50088EA73BC6}"/>
              </a:ext>
            </a:extLst>
          </p:cNvPr>
          <p:cNvSpPr txBox="1"/>
          <p:nvPr/>
        </p:nvSpPr>
        <p:spPr>
          <a:xfrm>
            <a:off x="6945312" y="2222694"/>
            <a:ext cx="1032510" cy="584775"/>
          </a:xfrm>
          <a:prstGeom prst="rect">
            <a:avLst/>
          </a:prstGeom>
          <a:noFill/>
        </p:spPr>
        <p:txBody>
          <a:bodyPr wrap="square" rtlCol="0">
            <a:spAutoFit/>
          </a:bodyPr>
          <a:lstStyle/>
          <a:p>
            <a:r>
              <a:rPr lang="fr-FR" sz="1600" b="1" dirty="0"/>
              <a:t>Casque et gants</a:t>
            </a:r>
            <a:endParaRPr lang="en-US" sz="1600" b="1" dirty="0"/>
          </a:p>
        </p:txBody>
      </p:sp>
      <p:sp>
        <p:nvSpPr>
          <p:cNvPr id="4110" name="ZoneTexte 4109">
            <a:extLst>
              <a:ext uri="{FF2B5EF4-FFF2-40B4-BE49-F238E27FC236}">
                <a16:creationId xmlns:a16="http://schemas.microsoft.com/office/drawing/2014/main" id="{A9C8919E-0415-61CE-83C6-1130CEBDD679}"/>
              </a:ext>
            </a:extLst>
          </p:cNvPr>
          <p:cNvSpPr txBox="1"/>
          <p:nvPr/>
        </p:nvSpPr>
        <p:spPr>
          <a:xfrm>
            <a:off x="6975792" y="3525249"/>
            <a:ext cx="1032510" cy="338554"/>
          </a:xfrm>
          <a:prstGeom prst="rect">
            <a:avLst/>
          </a:prstGeom>
          <a:noFill/>
        </p:spPr>
        <p:txBody>
          <a:bodyPr wrap="square" rtlCol="0">
            <a:spAutoFit/>
          </a:bodyPr>
          <a:lstStyle/>
          <a:p>
            <a:r>
              <a:rPr lang="fr-FR" sz="1600" b="1" dirty="0"/>
              <a:t>SRK</a:t>
            </a:r>
            <a:endParaRPr lang="en-US" sz="1600" b="1" dirty="0"/>
          </a:p>
        </p:txBody>
      </p:sp>
      <p:sp>
        <p:nvSpPr>
          <p:cNvPr id="4111" name="ZoneTexte 4110">
            <a:extLst>
              <a:ext uri="{FF2B5EF4-FFF2-40B4-BE49-F238E27FC236}">
                <a16:creationId xmlns:a16="http://schemas.microsoft.com/office/drawing/2014/main" id="{8CB47B07-1A46-B052-1526-29CB156845AB}"/>
              </a:ext>
            </a:extLst>
          </p:cNvPr>
          <p:cNvSpPr txBox="1"/>
          <p:nvPr/>
        </p:nvSpPr>
        <p:spPr>
          <a:xfrm>
            <a:off x="4979352" y="3930710"/>
            <a:ext cx="1032510" cy="338554"/>
          </a:xfrm>
          <a:prstGeom prst="rect">
            <a:avLst/>
          </a:prstGeom>
          <a:noFill/>
        </p:spPr>
        <p:txBody>
          <a:bodyPr wrap="square" rtlCol="0">
            <a:spAutoFit/>
          </a:bodyPr>
          <a:lstStyle/>
          <a:p>
            <a:r>
              <a:rPr lang="fr-FR" sz="1600" b="1" dirty="0"/>
              <a:t>Runner</a:t>
            </a:r>
            <a:endParaRPr lang="en-US" sz="1600" b="1" dirty="0"/>
          </a:p>
        </p:txBody>
      </p:sp>
      <p:sp>
        <p:nvSpPr>
          <p:cNvPr id="4112" name="ZoneTexte 4111">
            <a:extLst>
              <a:ext uri="{FF2B5EF4-FFF2-40B4-BE49-F238E27FC236}">
                <a16:creationId xmlns:a16="http://schemas.microsoft.com/office/drawing/2014/main" id="{1C3EBA82-5021-0D7B-5F71-3F3BA85DEF93}"/>
              </a:ext>
            </a:extLst>
          </p:cNvPr>
          <p:cNvSpPr txBox="1"/>
          <p:nvPr/>
        </p:nvSpPr>
        <p:spPr>
          <a:xfrm>
            <a:off x="4929821" y="4623239"/>
            <a:ext cx="2015491" cy="338554"/>
          </a:xfrm>
          <a:prstGeom prst="rect">
            <a:avLst/>
          </a:prstGeom>
          <a:noFill/>
        </p:spPr>
        <p:txBody>
          <a:bodyPr wrap="square" rtlCol="0">
            <a:spAutoFit/>
          </a:bodyPr>
          <a:lstStyle/>
          <a:p>
            <a:r>
              <a:rPr lang="fr-FR" sz="1600" b="1" dirty="0"/>
              <a:t>Longe de maintien</a:t>
            </a:r>
            <a:endParaRPr lang="en-US" sz="1600" b="1" dirty="0"/>
          </a:p>
        </p:txBody>
      </p:sp>
      <p:pic>
        <p:nvPicPr>
          <p:cNvPr id="2" name="Image 1">
            <a:extLst>
              <a:ext uri="{FF2B5EF4-FFF2-40B4-BE49-F238E27FC236}">
                <a16:creationId xmlns:a16="http://schemas.microsoft.com/office/drawing/2014/main" id="{4D312286-9E9E-4E9D-3272-BA68A203C2E0}"/>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3" name="Image 2">
            <a:extLst>
              <a:ext uri="{FF2B5EF4-FFF2-40B4-BE49-F238E27FC236}">
                <a16:creationId xmlns:a16="http://schemas.microsoft.com/office/drawing/2014/main" id="{5AD9A25E-CAC0-E338-1CB9-50E1306BD58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7" name="Image 6">
            <a:extLst>
              <a:ext uri="{FF2B5EF4-FFF2-40B4-BE49-F238E27FC236}">
                <a16:creationId xmlns:a16="http://schemas.microsoft.com/office/drawing/2014/main" id="{B6D7FCAE-E4BF-7851-C7C1-0A8CF89A214B}"/>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8" name="Image 7">
            <a:extLst>
              <a:ext uri="{FF2B5EF4-FFF2-40B4-BE49-F238E27FC236}">
                <a16:creationId xmlns:a16="http://schemas.microsoft.com/office/drawing/2014/main" id="{127991E2-C93D-FC05-FB77-B4D6BD10EEA8}"/>
              </a:ext>
            </a:extLst>
          </p:cNvPr>
          <p:cNvPicPr>
            <a:picLocks noChangeAspect="1"/>
          </p:cNvPicPr>
          <p:nvPr/>
        </p:nvPicPr>
        <p:blipFill>
          <a:blip r:embed="rId9"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9" name="Rectangle 8">
            <a:extLst>
              <a:ext uri="{FF2B5EF4-FFF2-40B4-BE49-F238E27FC236}">
                <a16:creationId xmlns:a16="http://schemas.microsoft.com/office/drawing/2014/main" id="{3700660B-1B78-419A-AC86-241CFB381213}"/>
              </a:ext>
            </a:extLst>
          </p:cNvPr>
          <p:cNvSpPr/>
          <p:nvPr/>
        </p:nvSpPr>
        <p:spPr>
          <a:xfrm>
            <a:off x="322720" y="6050359"/>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Image 45">
            <a:extLst>
              <a:ext uri="{FF2B5EF4-FFF2-40B4-BE49-F238E27FC236}">
                <a16:creationId xmlns:a16="http://schemas.microsoft.com/office/drawing/2014/main" id="{B4B7B545-64CF-139A-7823-6ABE46FDCF5F}"/>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58696" y="1435332"/>
            <a:ext cx="3799840" cy="5066665"/>
          </a:xfrm>
          <a:prstGeom prst="rect">
            <a:avLst/>
          </a:prstGeom>
          <a:noFill/>
          <a:ln>
            <a:noFill/>
          </a:ln>
        </p:spPr>
      </p:pic>
      <p:sp>
        <p:nvSpPr>
          <p:cNvPr id="47" name="Rectangle 46">
            <a:extLst>
              <a:ext uri="{FF2B5EF4-FFF2-40B4-BE49-F238E27FC236}">
                <a16:creationId xmlns:a16="http://schemas.microsoft.com/office/drawing/2014/main" id="{ED66FF67-7595-9F9A-A30C-AB37EFFF6C36}"/>
              </a:ext>
            </a:extLst>
          </p:cNvPr>
          <p:cNvSpPr/>
          <p:nvPr/>
        </p:nvSpPr>
        <p:spPr>
          <a:xfrm>
            <a:off x="784542" y="1420586"/>
            <a:ext cx="3780790" cy="5068570"/>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54" name="Connecteur droit avec flèche 53">
            <a:extLst>
              <a:ext uri="{FF2B5EF4-FFF2-40B4-BE49-F238E27FC236}">
                <a16:creationId xmlns:a16="http://schemas.microsoft.com/office/drawing/2014/main" id="{28E29915-7571-1713-1E16-1D80883814C1}"/>
              </a:ext>
            </a:extLst>
          </p:cNvPr>
          <p:cNvCxnSpPr>
            <a:cxnSpLocks/>
          </p:cNvCxnSpPr>
          <p:nvPr/>
        </p:nvCxnSpPr>
        <p:spPr>
          <a:xfrm flipH="1">
            <a:off x="4384516" y="4835050"/>
            <a:ext cx="564674" cy="41767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3" name="Connecteur droit avec flèche 52">
            <a:extLst>
              <a:ext uri="{FF2B5EF4-FFF2-40B4-BE49-F238E27FC236}">
                <a16:creationId xmlns:a16="http://schemas.microsoft.com/office/drawing/2014/main" id="{DA6DDE1B-1BC0-0560-79C6-9EA4C47C4865}"/>
              </a:ext>
            </a:extLst>
          </p:cNvPr>
          <p:cNvCxnSpPr/>
          <p:nvPr/>
        </p:nvCxnSpPr>
        <p:spPr>
          <a:xfrm flipH="1">
            <a:off x="2663190" y="4114800"/>
            <a:ext cx="2286000" cy="58293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3" name="Connecteur droit avec flèche 62">
            <a:extLst>
              <a:ext uri="{FF2B5EF4-FFF2-40B4-BE49-F238E27FC236}">
                <a16:creationId xmlns:a16="http://schemas.microsoft.com/office/drawing/2014/main" id="{5A9341F9-06F3-A43F-4A78-231028452D7D}"/>
              </a:ext>
            </a:extLst>
          </p:cNvPr>
          <p:cNvCxnSpPr>
            <a:cxnSpLocks/>
          </p:cNvCxnSpPr>
          <p:nvPr/>
        </p:nvCxnSpPr>
        <p:spPr>
          <a:xfrm flipH="1">
            <a:off x="1946910" y="3662453"/>
            <a:ext cx="3002280" cy="60681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103" name="Connecteur droit avec flèche 4102">
            <a:extLst>
              <a:ext uri="{FF2B5EF4-FFF2-40B4-BE49-F238E27FC236}">
                <a16:creationId xmlns:a16="http://schemas.microsoft.com/office/drawing/2014/main" id="{EC2754CC-C04E-A013-0637-807719038522}"/>
              </a:ext>
            </a:extLst>
          </p:cNvPr>
          <p:cNvCxnSpPr>
            <a:cxnSpLocks/>
          </p:cNvCxnSpPr>
          <p:nvPr/>
        </p:nvCxnSpPr>
        <p:spPr>
          <a:xfrm flipH="1">
            <a:off x="1757838" y="2880360"/>
            <a:ext cx="3148966" cy="59327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098" name="Connecteur droit avec flèche 4097">
            <a:extLst>
              <a:ext uri="{FF2B5EF4-FFF2-40B4-BE49-F238E27FC236}">
                <a16:creationId xmlns:a16="http://schemas.microsoft.com/office/drawing/2014/main" id="{213F889B-9A88-D8E1-E432-F0D803ECA217}"/>
              </a:ext>
            </a:extLst>
          </p:cNvPr>
          <p:cNvCxnSpPr>
            <a:cxnSpLocks/>
          </p:cNvCxnSpPr>
          <p:nvPr/>
        </p:nvCxnSpPr>
        <p:spPr>
          <a:xfrm flipH="1">
            <a:off x="3448050" y="1978535"/>
            <a:ext cx="1501140" cy="30351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 name="ZoneTexte 9">
            <a:extLst>
              <a:ext uri="{FF2B5EF4-FFF2-40B4-BE49-F238E27FC236}">
                <a16:creationId xmlns:a16="http://schemas.microsoft.com/office/drawing/2014/main" id="{90DEE77F-78B3-A00C-5698-F3ACF0C1791F}"/>
              </a:ext>
            </a:extLst>
          </p:cNvPr>
          <p:cNvSpPr txBox="1"/>
          <p:nvPr/>
        </p:nvSpPr>
        <p:spPr>
          <a:xfrm>
            <a:off x="3124200" y="1347427"/>
            <a:ext cx="6134986" cy="459421"/>
          </a:xfrm>
          <a:prstGeom prst="rect">
            <a:avLst/>
          </a:prstGeom>
          <a:noFill/>
        </p:spPr>
        <p:txBody>
          <a:bodyPr wrap="square">
            <a:spAutoFit/>
          </a:bodyPr>
          <a:lstStyle/>
          <a:p>
            <a:pPr lvl="0" algn="ctr">
              <a:lnSpc>
                <a:spcPct val="107000"/>
              </a:lnSpc>
              <a:spcAft>
                <a:spcPts val="800"/>
              </a:spcAft>
              <a:buClr>
                <a:srgbClr val="0F4761"/>
              </a:buClr>
            </a:pPr>
            <a:r>
              <a:rPr lang="fr-FR" sz="2400" u="sng" dirty="0">
                <a:solidFill>
                  <a:srgbClr val="0F4761"/>
                </a:solidFill>
                <a:effectLst/>
                <a:latin typeface="Britannic Bold" panose="020B0903060703020204" pitchFamily="34" charset="0"/>
                <a:ea typeface="Aptos" panose="020B0004020202020204" pitchFamily="34" charset="0"/>
                <a:cs typeface="Times New Roman" panose="02020603050405020304" pitchFamily="18" charset="0"/>
              </a:rPr>
              <a:t>Présentation des E.P.I.</a:t>
            </a:r>
          </a:p>
        </p:txBody>
      </p:sp>
    </p:spTree>
    <p:extLst>
      <p:ext uri="{BB962C8B-B14F-4D97-AF65-F5344CB8AC3E}">
        <p14:creationId xmlns:p14="http://schemas.microsoft.com/office/powerpoint/2010/main" val="147828203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2A842-557C-C695-DE7D-085FE613A401}"/>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910D34F5-8771-0432-35D8-F03AA18A196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3" name="Image 2">
            <a:extLst>
              <a:ext uri="{FF2B5EF4-FFF2-40B4-BE49-F238E27FC236}">
                <a16:creationId xmlns:a16="http://schemas.microsoft.com/office/drawing/2014/main" id="{9446AA1A-4E98-1CD0-CA97-69697B4A8B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4" name="Image 3">
            <a:extLst>
              <a:ext uri="{FF2B5EF4-FFF2-40B4-BE49-F238E27FC236}">
                <a16:creationId xmlns:a16="http://schemas.microsoft.com/office/drawing/2014/main" id="{96362A59-DA14-E270-51D3-67A04BCBF97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D67E3969-2327-65F3-843C-9392A37384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49C765BA-08C2-1A18-26B7-51442B2FB43E}"/>
              </a:ext>
            </a:extLst>
          </p:cNvPr>
          <p:cNvSpPr txBox="1"/>
          <p:nvPr/>
        </p:nvSpPr>
        <p:spPr>
          <a:xfrm>
            <a:off x="11560629" y="6487886"/>
            <a:ext cx="631371" cy="369332"/>
          </a:xfrm>
          <a:prstGeom prst="rect">
            <a:avLst/>
          </a:prstGeom>
          <a:noFill/>
        </p:spPr>
        <p:txBody>
          <a:bodyPr wrap="square" rtlCol="0">
            <a:spAutoFit/>
          </a:bodyPr>
          <a:lstStyle/>
          <a:p>
            <a:r>
              <a:rPr lang="fr-FR" b="1" dirty="0">
                <a:solidFill>
                  <a:schemeClr val="bg2">
                    <a:lumMod val="50000"/>
                  </a:schemeClr>
                </a:solidFill>
              </a:rPr>
              <a:t>15</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6AA29E29-D0D5-D8DB-38B8-2CF2B2995623}"/>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8" name="Image 7">
            <a:extLst>
              <a:ext uri="{FF2B5EF4-FFF2-40B4-BE49-F238E27FC236}">
                <a16:creationId xmlns:a16="http://schemas.microsoft.com/office/drawing/2014/main" id="{1976E03A-13D2-0227-51BE-9890F75CAFBF}"/>
              </a:ext>
            </a:extLst>
          </p:cNvPr>
          <p:cNvPicPr>
            <a:picLocks noChangeAspect="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9" name="Rectangle 8">
            <a:extLst>
              <a:ext uri="{FF2B5EF4-FFF2-40B4-BE49-F238E27FC236}">
                <a16:creationId xmlns:a16="http://schemas.microsoft.com/office/drawing/2014/main" id="{1D4AF58A-AE3D-8FD3-30FE-89FCDCBD84AB}"/>
              </a:ext>
            </a:extLst>
          </p:cNvPr>
          <p:cNvSpPr/>
          <p:nvPr/>
        </p:nvSpPr>
        <p:spPr>
          <a:xfrm>
            <a:off x="346687" y="5956196"/>
            <a:ext cx="10909005" cy="830580"/>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ZoneTexte 18">
            <a:extLst>
              <a:ext uri="{FF2B5EF4-FFF2-40B4-BE49-F238E27FC236}">
                <a16:creationId xmlns:a16="http://schemas.microsoft.com/office/drawing/2014/main" id="{44D691EC-7A2E-65B3-6498-50B4D94BA970}"/>
              </a:ext>
            </a:extLst>
          </p:cNvPr>
          <p:cNvSpPr txBox="1"/>
          <p:nvPr/>
        </p:nvSpPr>
        <p:spPr>
          <a:xfrm>
            <a:off x="5123498" y="1750139"/>
            <a:ext cx="6132194" cy="3919856"/>
          </a:xfrm>
          <a:prstGeom prst="rect">
            <a:avLst/>
          </a:prstGeom>
          <a:noFill/>
        </p:spPr>
        <p:txBody>
          <a:bodyPr wrap="square">
            <a:spAutoFit/>
          </a:bodyPr>
          <a:lstStyle/>
          <a:p>
            <a:pPr algn="ctr">
              <a:lnSpc>
                <a:spcPct val="107000"/>
              </a:lnSpc>
              <a:spcAft>
                <a:spcPts val="800"/>
              </a:spcAft>
              <a:buNone/>
            </a:pPr>
            <a:r>
              <a:rPr lang="fr-FR" sz="2000" dirty="0">
                <a:effectLst/>
                <a:latin typeface="Aptos" panose="020B0004020202020204" pitchFamily="34" charset="0"/>
                <a:ea typeface="Aptos" panose="020B0004020202020204" pitchFamily="34" charset="0"/>
                <a:cs typeface="Aptos" panose="020B0004020202020204" pitchFamily="34" charset="0"/>
              </a:rPr>
              <a:t>PARC </a:t>
            </a:r>
            <a:r>
              <a:rPr lang="fr-FR" sz="2000" b="1" dirty="0">
                <a:solidFill>
                  <a:srgbClr val="156082"/>
                </a:solidFill>
                <a:effectLst/>
                <a:latin typeface="Aptos" panose="020B0004020202020204" pitchFamily="34" charset="0"/>
                <a:ea typeface="Aptos" panose="020B0004020202020204" pitchFamily="34" charset="0"/>
                <a:cs typeface="Aptos" panose="020B0004020202020204" pitchFamily="34" charset="0"/>
              </a:rPr>
              <a:t>NORDEX</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Calibri" panose="020F0502020204030204" pitchFamily="34" charset="0"/>
              <a:buChar char="-"/>
            </a:pPr>
            <a:r>
              <a:rPr lang="fr-FR" sz="1800" dirty="0">
                <a:effectLst/>
                <a:latin typeface="Aptos" panose="020B0004020202020204" pitchFamily="34" charset="0"/>
                <a:ea typeface="Aptos" panose="020B0004020202020204" pitchFamily="34" charset="0"/>
                <a:cs typeface="Aptos" panose="020B0004020202020204" pitchFamily="34" charset="0"/>
              </a:rPr>
              <a:t>Mont d’</a:t>
            </a:r>
            <a:r>
              <a:rPr lang="fr-FR" sz="1800" dirty="0" err="1">
                <a:effectLst/>
                <a:latin typeface="Aptos" panose="020B0004020202020204" pitchFamily="34" charset="0"/>
                <a:ea typeface="Aptos" panose="020B0004020202020204" pitchFamily="34" charset="0"/>
                <a:cs typeface="Aptos" panose="020B0004020202020204" pitchFamily="34" charset="0"/>
              </a:rPr>
              <a:t>Erny</a:t>
            </a:r>
            <a:r>
              <a:rPr lang="fr-FR" sz="1800" dirty="0">
                <a:effectLst/>
                <a:latin typeface="Aptos" panose="020B0004020202020204" pitchFamily="34" charset="0"/>
                <a:ea typeface="Aptos" panose="020B0004020202020204" pitchFamily="34" charset="0"/>
                <a:cs typeface="Aptos" panose="020B0004020202020204" pitchFamily="34" charset="0"/>
              </a:rPr>
              <a:t> : 5 éoliennes</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Calibri" panose="020F0502020204030204" pitchFamily="34" charset="0"/>
              <a:buChar char="-"/>
            </a:pPr>
            <a:r>
              <a:rPr lang="fr-FR" sz="1800" dirty="0">
                <a:effectLst/>
                <a:latin typeface="Aptos" panose="020B0004020202020204" pitchFamily="34" charset="0"/>
                <a:ea typeface="Aptos" panose="020B0004020202020204" pitchFamily="34" charset="0"/>
                <a:cs typeface="Aptos" panose="020B0004020202020204" pitchFamily="34" charset="0"/>
              </a:rPr>
              <a:t>La Croisette : 2 éoliennes</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Calibri" panose="020F0502020204030204" pitchFamily="34" charset="0"/>
              <a:buChar char="-"/>
            </a:pPr>
            <a:r>
              <a:rPr lang="fr-FR" sz="1800" dirty="0" err="1">
                <a:effectLst/>
                <a:latin typeface="Aptos" panose="020B0004020202020204" pitchFamily="34" charset="0"/>
                <a:ea typeface="Aptos" panose="020B0004020202020204" pitchFamily="34" charset="0"/>
                <a:cs typeface="Aptos" panose="020B0004020202020204" pitchFamily="34" charset="0"/>
              </a:rPr>
              <a:t>Magremont</a:t>
            </a:r>
            <a:r>
              <a:rPr lang="fr-FR" sz="1800" dirty="0">
                <a:effectLst/>
                <a:latin typeface="Aptos" panose="020B0004020202020204" pitchFamily="34" charset="0"/>
                <a:ea typeface="Aptos" panose="020B0004020202020204" pitchFamily="34" charset="0"/>
                <a:cs typeface="Aptos" panose="020B0004020202020204" pitchFamily="34" charset="0"/>
              </a:rPr>
              <a:t> : 6 éoliennes</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Calibri" panose="020F0502020204030204" pitchFamily="34" charset="0"/>
              <a:buChar char="-"/>
            </a:pPr>
            <a:r>
              <a:rPr lang="fr-FR" sz="1800" dirty="0">
                <a:effectLst/>
                <a:latin typeface="Aptos" panose="020B0004020202020204" pitchFamily="34" charset="0"/>
                <a:ea typeface="Aptos" panose="020B0004020202020204" pitchFamily="34" charset="0"/>
                <a:cs typeface="Aptos" panose="020B0004020202020204" pitchFamily="34" charset="0"/>
              </a:rPr>
              <a:t>Tourette : 5 éoliennes</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Calibri" panose="020F0502020204030204" pitchFamily="34" charset="0"/>
              <a:buChar char="-"/>
            </a:pPr>
            <a:r>
              <a:rPr lang="fr-FR" sz="1800" dirty="0">
                <a:effectLst/>
                <a:latin typeface="Aptos" panose="020B0004020202020204" pitchFamily="34" charset="0"/>
                <a:ea typeface="Aptos" panose="020B0004020202020204" pitchFamily="34" charset="0"/>
                <a:cs typeface="Aptos" panose="020B0004020202020204" pitchFamily="34" charset="0"/>
              </a:rPr>
              <a:t>Haut Plateau Picard : 11 éoliennes</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Calibri" panose="020F0502020204030204" pitchFamily="34" charset="0"/>
              <a:buChar char="-"/>
            </a:pPr>
            <a:r>
              <a:rPr lang="fr-FR" sz="1800" dirty="0">
                <a:effectLst/>
                <a:latin typeface="Aptos" panose="020B0004020202020204" pitchFamily="34" charset="0"/>
                <a:ea typeface="Aptos" panose="020B0004020202020204" pitchFamily="34" charset="0"/>
                <a:cs typeface="Aptos" panose="020B0004020202020204" pitchFamily="34" charset="0"/>
              </a:rPr>
              <a:t>Eplessier : 13 éoliennes</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Calibri" panose="020F0502020204030204" pitchFamily="34" charset="0"/>
              <a:buChar char="-"/>
            </a:pPr>
            <a:r>
              <a:rPr lang="fr-FR" sz="1800" dirty="0">
                <a:effectLst/>
                <a:latin typeface="Aptos" panose="020B0004020202020204" pitchFamily="34" charset="0"/>
                <a:ea typeface="Aptos" panose="020B0004020202020204" pitchFamily="34" charset="0"/>
                <a:cs typeface="Aptos" panose="020B0004020202020204" pitchFamily="34" charset="0"/>
              </a:rPr>
              <a:t>Pihem : 4 éoliennes</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228600">
              <a:lnSpc>
                <a:spcPct val="107000"/>
              </a:lnSpc>
              <a:buNone/>
            </a:pPr>
            <a:r>
              <a:rPr lang="fr-FR" sz="1800" dirty="0">
                <a:effectLst/>
                <a:latin typeface="Aptos" panose="020B0004020202020204" pitchFamily="34" charset="0"/>
                <a:ea typeface="Aptos" panose="020B0004020202020204" pitchFamily="34" charset="0"/>
                <a:cs typeface="Aptos" panose="020B0004020202020204" pitchFamily="34" charset="0"/>
              </a:rPr>
              <a:t> </a:t>
            </a:r>
            <a:r>
              <a:rPr lang="fr-FR" sz="2000" dirty="0">
                <a:effectLst/>
                <a:latin typeface="Aptos" panose="020B0004020202020204" pitchFamily="34" charset="0"/>
                <a:ea typeface="Aptos" panose="020B0004020202020204" pitchFamily="34" charset="0"/>
                <a:cs typeface="Aptos" panose="020B0004020202020204" pitchFamily="34" charset="0"/>
              </a:rPr>
              <a:t> </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228600" algn="ctr">
              <a:lnSpc>
                <a:spcPct val="107000"/>
              </a:lnSpc>
              <a:buNone/>
            </a:pPr>
            <a:r>
              <a:rPr lang="fr-FR" sz="2000" dirty="0">
                <a:effectLst/>
                <a:latin typeface="Aptos" panose="020B0004020202020204" pitchFamily="34" charset="0"/>
                <a:ea typeface="Aptos" panose="020B0004020202020204" pitchFamily="34" charset="0"/>
                <a:cs typeface="Aptos" panose="020B0004020202020204" pitchFamily="34" charset="0"/>
              </a:rPr>
              <a:t>PARC</a:t>
            </a:r>
            <a:r>
              <a:rPr lang="fr-FR" sz="2000" dirty="0">
                <a:solidFill>
                  <a:srgbClr val="FFC000"/>
                </a:solidFill>
                <a:effectLst/>
                <a:latin typeface="Aptos" panose="020B0004020202020204" pitchFamily="34" charset="0"/>
                <a:ea typeface="Aptos" panose="020B0004020202020204" pitchFamily="34" charset="0"/>
                <a:cs typeface="Aptos" panose="020B0004020202020204" pitchFamily="34" charset="0"/>
              </a:rPr>
              <a:t> </a:t>
            </a:r>
            <a:r>
              <a:rPr lang="fr-FR" sz="2000" b="1" dirty="0">
                <a:solidFill>
                  <a:srgbClr val="FFC000"/>
                </a:solidFill>
                <a:effectLst/>
                <a:latin typeface="Aptos" panose="020B0004020202020204" pitchFamily="34" charset="0"/>
                <a:ea typeface="Aptos" panose="020B0004020202020204" pitchFamily="34" charset="0"/>
                <a:cs typeface="Aptos" panose="020B0004020202020204" pitchFamily="34" charset="0"/>
              </a:rPr>
              <a:t>ACCIONNA</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228600" algn="ctr">
              <a:lnSpc>
                <a:spcPct val="107000"/>
              </a:lnSpc>
              <a:buNone/>
            </a:pPr>
            <a:r>
              <a:rPr lang="fr-FR" sz="1600" dirty="0">
                <a:solidFill>
                  <a:srgbClr val="156082"/>
                </a:solidFill>
                <a:effectLst/>
                <a:latin typeface="Aptos" panose="020B0004020202020204" pitchFamily="34" charset="0"/>
                <a:ea typeface="Aptos" panose="020B0004020202020204" pitchFamily="34" charset="0"/>
                <a:cs typeface="Aptos" panose="020B0004020202020204" pitchFamily="34" charset="0"/>
              </a:rPr>
              <a:t> </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Calibri" panose="020F0502020204030204" pitchFamily="34" charset="0"/>
              <a:buChar char="-"/>
            </a:pPr>
            <a:r>
              <a:rPr lang="fr-FR" sz="1800" dirty="0" err="1">
                <a:effectLst/>
                <a:latin typeface="Aptos" panose="020B0004020202020204" pitchFamily="34" charset="0"/>
                <a:ea typeface="Aptos" panose="020B0004020202020204" pitchFamily="34" charset="0"/>
                <a:cs typeface="Aptos" panose="020B0004020202020204" pitchFamily="34" charset="0"/>
              </a:rPr>
              <a:t>Bouillancourt</a:t>
            </a:r>
            <a:r>
              <a:rPr lang="fr-FR" sz="1800" dirty="0">
                <a:effectLst/>
                <a:latin typeface="Aptos" panose="020B0004020202020204" pitchFamily="34" charset="0"/>
                <a:ea typeface="Aptos" panose="020B0004020202020204" pitchFamily="34" charset="0"/>
                <a:cs typeface="Aptos" panose="020B0004020202020204" pitchFamily="34" charset="0"/>
              </a:rPr>
              <a:t> :  6 éoliennes</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13" name="Image 12">
            <a:extLst>
              <a:ext uri="{FF2B5EF4-FFF2-40B4-BE49-F238E27FC236}">
                <a16:creationId xmlns:a16="http://schemas.microsoft.com/office/drawing/2014/main" id="{5CFF3D3F-8100-8047-592D-3A8CADB2F200}"/>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215485" y="1891720"/>
            <a:ext cx="3187700" cy="4250055"/>
          </a:xfrm>
          <a:prstGeom prst="rect">
            <a:avLst/>
          </a:prstGeom>
          <a:noFill/>
          <a:ln>
            <a:noFill/>
          </a:ln>
        </p:spPr>
      </p:pic>
      <p:cxnSp>
        <p:nvCxnSpPr>
          <p:cNvPr id="15" name="Connecteur droit 14">
            <a:extLst>
              <a:ext uri="{FF2B5EF4-FFF2-40B4-BE49-F238E27FC236}">
                <a16:creationId xmlns:a16="http://schemas.microsoft.com/office/drawing/2014/main" id="{9F5D3387-048A-D478-101A-7FFDD2E151F6}"/>
              </a:ext>
            </a:extLst>
          </p:cNvPr>
          <p:cNvCxnSpPr/>
          <p:nvPr/>
        </p:nvCxnSpPr>
        <p:spPr>
          <a:xfrm>
            <a:off x="2717482" y="2342833"/>
            <a:ext cx="457835" cy="2254885"/>
          </a:xfrm>
          <a:prstGeom prst="line">
            <a:avLst/>
          </a:prstGeom>
          <a:noFill/>
          <a:ln w="28575" cap="flat" cmpd="sng" algn="ctr">
            <a:solidFill>
              <a:srgbClr val="FF0000"/>
            </a:solidFill>
            <a:prstDash val="solid"/>
            <a:miter lim="800000"/>
          </a:ln>
          <a:effectLst/>
        </p:spPr>
      </p:cxnSp>
      <p:cxnSp>
        <p:nvCxnSpPr>
          <p:cNvPr id="17" name="Connecteur droit 16">
            <a:extLst>
              <a:ext uri="{FF2B5EF4-FFF2-40B4-BE49-F238E27FC236}">
                <a16:creationId xmlns:a16="http://schemas.microsoft.com/office/drawing/2014/main" id="{C8726DFE-5262-246D-141C-BB9DF27A9099}"/>
              </a:ext>
            </a:extLst>
          </p:cNvPr>
          <p:cNvCxnSpPr/>
          <p:nvPr/>
        </p:nvCxnSpPr>
        <p:spPr>
          <a:xfrm flipV="1">
            <a:off x="1648777" y="2351088"/>
            <a:ext cx="1083310" cy="1889125"/>
          </a:xfrm>
          <a:prstGeom prst="line">
            <a:avLst/>
          </a:prstGeom>
          <a:noFill/>
          <a:ln w="28575" cap="flat" cmpd="sng" algn="ctr">
            <a:solidFill>
              <a:srgbClr val="FF0000"/>
            </a:solidFill>
            <a:prstDash val="solid"/>
            <a:miter lim="800000"/>
          </a:ln>
          <a:effectLst/>
        </p:spPr>
      </p:cxnSp>
      <p:cxnSp>
        <p:nvCxnSpPr>
          <p:cNvPr id="14" name="Connecteur droit 13">
            <a:extLst>
              <a:ext uri="{FF2B5EF4-FFF2-40B4-BE49-F238E27FC236}">
                <a16:creationId xmlns:a16="http://schemas.microsoft.com/office/drawing/2014/main" id="{F7672994-333D-CE37-3E19-71D4A63615E7}"/>
              </a:ext>
            </a:extLst>
          </p:cNvPr>
          <p:cNvCxnSpPr/>
          <p:nvPr/>
        </p:nvCxnSpPr>
        <p:spPr>
          <a:xfrm>
            <a:off x="1632902" y="4271963"/>
            <a:ext cx="802640" cy="116078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1D285620-1BC5-BD83-B173-6319FBC21A44}"/>
              </a:ext>
            </a:extLst>
          </p:cNvPr>
          <p:cNvCxnSpPr/>
          <p:nvPr/>
        </p:nvCxnSpPr>
        <p:spPr>
          <a:xfrm flipV="1">
            <a:off x="2462847" y="4621848"/>
            <a:ext cx="672465" cy="830580"/>
          </a:xfrm>
          <a:prstGeom prst="line">
            <a:avLst/>
          </a:prstGeom>
          <a:noFill/>
          <a:ln w="28575" cap="flat" cmpd="sng" algn="ctr">
            <a:solidFill>
              <a:srgbClr val="FF0000"/>
            </a:solidFill>
            <a:prstDash val="solid"/>
            <a:miter lim="800000"/>
          </a:ln>
          <a:effectLst/>
        </p:spPr>
      </p:cxnSp>
      <p:sp>
        <p:nvSpPr>
          <p:cNvPr id="10" name="ZoneTexte 9">
            <a:extLst>
              <a:ext uri="{FF2B5EF4-FFF2-40B4-BE49-F238E27FC236}">
                <a16:creationId xmlns:a16="http://schemas.microsoft.com/office/drawing/2014/main" id="{73658BD1-DA23-53E1-AC18-BACD0B26E3B0}"/>
              </a:ext>
            </a:extLst>
          </p:cNvPr>
          <p:cNvSpPr txBox="1"/>
          <p:nvPr/>
        </p:nvSpPr>
        <p:spPr>
          <a:xfrm>
            <a:off x="3028507" y="1336413"/>
            <a:ext cx="6134986" cy="459421"/>
          </a:xfrm>
          <a:prstGeom prst="rect">
            <a:avLst/>
          </a:prstGeom>
          <a:noFill/>
        </p:spPr>
        <p:txBody>
          <a:bodyPr wrap="square">
            <a:spAutoFit/>
          </a:bodyPr>
          <a:lstStyle/>
          <a:p>
            <a:pPr lvl="0" algn="ctr">
              <a:lnSpc>
                <a:spcPct val="107000"/>
              </a:lnSpc>
              <a:spcAft>
                <a:spcPts val="800"/>
              </a:spcAft>
              <a:buClr>
                <a:srgbClr val="0F4761"/>
              </a:buClr>
            </a:pPr>
            <a:r>
              <a:rPr lang="fr-FR" sz="2400" u="sng" dirty="0">
                <a:solidFill>
                  <a:srgbClr val="0F4761"/>
                </a:solidFill>
                <a:effectLst/>
                <a:latin typeface="Britannic Bold" panose="020B0903060703020204" pitchFamily="34" charset="0"/>
                <a:ea typeface="Aptos" panose="020B0004020202020204" pitchFamily="34" charset="0"/>
                <a:cs typeface="Times New Roman" panose="02020603050405020304" pitchFamily="18" charset="0"/>
              </a:rPr>
              <a:t>Zone de travail du SP S</a:t>
            </a:r>
            <a:r>
              <a:rPr lang="fr-FR" sz="2400" u="sng" dirty="0">
                <a:solidFill>
                  <a:srgbClr val="0F4761"/>
                </a:solidFill>
                <a:latin typeface="Britannic Bold" panose="020B0903060703020204" pitchFamily="34" charset="0"/>
                <a:ea typeface="Aptos" panose="020B0004020202020204" pitchFamily="34" charset="0"/>
                <a:cs typeface="Times New Roman" panose="02020603050405020304" pitchFamily="18" charset="0"/>
              </a:rPr>
              <a:t>omme</a:t>
            </a:r>
            <a:endParaRPr lang="fr-FR" sz="2400" u="sng" dirty="0">
              <a:solidFill>
                <a:srgbClr val="0F4761"/>
              </a:solidFill>
              <a:effectLst/>
              <a:latin typeface="Britannic Bold" panose="020B0903060703020204" pitchFamily="34" charset="0"/>
              <a:ea typeface="Aptos" panose="020B0004020202020204" pitchFamily="34" charset="0"/>
              <a:cs typeface="Times New Roman" panose="02020603050405020304" pitchFamily="18" charset="0"/>
            </a:endParaRPr>
          </a:p>
        </p:txBody>
      </p:sp>
      <p:pic>
        <p:nvPicPr>
          <p:cNvPr id="11" name="Image 10"/>
          <p:cNvPicPr>
            <a:picLocks noChangeAspect="1"/>
          </p:cNvPicPr>
          <p:nvPr/>
        </p:nvPicPr>
        <p:blipFill>
          <a:blip r:embed="rId9"/>
          <a:stretch>
            <a:fillRect/>
          </a:stretch>
        </p:blipFill>
        <p:spPr>
          <a:xfrm>
            <a:off x="229730" y="2560127"/>
            <a:ext cx="5138698" cy="3340807"/>
          </a:xfrm>
          <a:prstGeom prst="rect">
            <a:avLst/>
          </a:prstGeom>
        </p:spPr>
      </p:pic>
    </p:spTree>
    <p:extLst>
      <p:ext uri="{BB962C8B-B14F-4D97-AF65-F5344CB8AC3E}">
        <p14:creationId xmlns:p14="http://schemas.microsoft.com/office/powerpoint/2010/main" val="1631295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1D1FB-2D01-96C1-FA88-9A5BCCEC4C94}"/>
            </a:ext>
          </a:extLst>
        </p:cNvPr>
        <p:cNvGrpSpPr/>
        <p:nvPr/>
      </p:nvGrpSpPr>
      <p:grpSpPr>
        <a:xfrm>
          <a:off x="0" y="0"/>
          <a:ext cx="0" cy="0"/>
          <a:chOff x="0" y="0"/>
          <a:chExt cx="0" cy="0"/>
        </a:xfrm>
      </p:grpSpPr>
      <p:pic>
        <p:nvPicPr>
          <p:cNvPr id="15" name="Image 14">
            <a:extLst>
              <a:ext uri="{FF2B5EF4-FFF2-40B4-BE49-F238E27FC236}">
                <a16:creationId xmlns:a16="http://schemas.microsoft.com/office/drawing/2014/main" id="{DEACED01-FF16-B855-8217-90A837FDAC7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16" name="Image 15">
            <a:extLst>
              <a:ext uri="{FF2B5EF4-FFF2-40B4-BE49-F238E27FC236}">
                <a16:creationId xmlns:a16="http://schemas.microsoft.com/office/drawing/2014/main" id="{3C3D4DD0-EB38-7218-7D00-F83D4D94E6CD}"/>
              </a:ext>
            </a:extLst>
          </p:cNvPr>
          <p:cNvPicPr>
            <a:picLocks noChangeAspect="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pic>
        <p:nvPicPr>
          <p:cNvPr id="13" name="Image 12">
            <a:extLst>
              <a:ext uri="{FF2B5EF4-FFF2-40B4-BE49-F238E27FC236}">
                <a16:creationId xmlns:a16="http://schemas.microsoft.com/office/drawing/2014/main" id="{00F1A29F-4B15-635E-541D-EE23B988C4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4" name="Image 3">
            <a:extLst>
              <a:ext uri="{FF2B5EF4-FFF2-40B4-BE49-F238E27FC236}">
                <a16:creationId xmlns:a16="http://schemas.microsoft.com/office/drawing/2014/main" id="{E52E2E8D-7C7B-9800-66FB-28678185329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3CE3985A-FA2A-44A6-A729-3315194E562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31C66F5E-436E-2B92-72CA-D29BB975E9C1}"/>
              </a:ext>
            </a:extLst>
          </p:cNvPr>
          <p:cNvSpPr txBox="1"/>
          <p:nvPr/>
        </p:nvSpPr>
        <p:spPr>
          <a:xfrm>
            <a:off x="11560629" y="6487886"/>
            <a:ext cx="899112" cy="369332"/>
          </a:xfrm>
          <a:prstGeom prst="rect">
            <a:avLst/>
          </a:prstGeom>
          <a:noFill/>
        </p:spPr>
        <p:txBody>
          <a:bodyPr wrap="square" rtlCol="0">
            <a:spAutoFit/>
          </a:bodyPr>
          <a:lstStyle/>
          <a:p>
            <a:r>
              <a:rPr lang="fr-FR" b="1" dirty="0">
                <a:solidFill>
                  <a:schemeClr val="bg2">
                    <a:lumMod val="50000"/>
                  </a:schemeClr>
                </a:solidFill>
              </a:rPr>
              <a:t>16</a:t>
            </a:r>
            <a:endParaRPr lang="en-US" b="1" dirty="0">
              <a:solidFill>
                <a:schemeClr val="bg2">
                  <a:lumMod val="50000"/>
                </a:schemeClr>
              </a:solidFill>
            </a:endParaRPr>
          </a:p>
        </p:txBody>
      </p:sp>
      <p:pic>
        <p:nvPicPr>
          <p:cNvPr id="5122" name="Picture 2" descr="Panneau danger électrique Stock Illustration | Adobe Stock">
            <a:extLst>
              <a:ext uri="{FF2B5EF4-FFF2-40B4-BE49-F238E27FC236}">
                <a16:creationId xmlns:a16="http://schemas.microsoft.com/office/drawing/2014/main" id="{76603771-69D1-CFA0-20E8-5B9405B08564}"/>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764"/>
          <a:stretch/>
        </p:blipFill>
        <p:spPr bwMode="auto">
          <a:xfrm>
            <a:off x="881987" y="2032790"/>
            <a:ext cx="4228321" cy="1979959"/>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a:extLst>
              <a:ext uri="{FF2B5EF4-FFF2-40B4-BE49-F238E27FC236}">
                <a16:creationId xmlns:a16="http://schemas.microsoft.com/office/drawing/2014/main" id="{7DA3F4BF-EE52-51F1-265C-DB8119358C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90009" y="2210632"/>
            <a:ext cx="3187584" cy="1553192"/>
          </a:xfrm>
          <a:prstGeom prst="rect">
            <a:avLst/>
          </a:prstGeom>
        </p:spPr>
      </p:pic>
      <p:cxnSp>
        <p:nvCxnSpPr>
          <p:cNvPr id="12" name="Connecteur droit avec flèche 11">
            <a:extLst>
              <a:ext uri="{FF2B5EF4-FFF2-40B4-BE49-F238E27FC236}">
                <a16:creationId xmlns:a16="http://schemas.microsoft.com/office/drawing/2014/main" id="{5CF11282-E378-3E56-1BA0-97C4DB6952BD}"/>
              </a:ext>
            </a:extLst>
          </p:cNvPr>
          <p:cNvCxnSpPr>
            <a:cxnSpLocks/>
          </p:cNvCxnSpPr>
          <p:nvPr/>
        </p:nvCxnSpPr>
        <p:spPr>
          <a:xfrm>
            <a:off x="8483801" y="4012749"/>
            <a:ext cx="0" cy="7974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Connecteur droit avec flèche 10">
            <a:extLst>
              <a:ext uri="{FF2B5EF4-FFF2-40B4-BE49-F238E27FC236}">
                <a16:creationId xmlns:a16="http://schemas.microsoft.com/office/drawing/2014/main" id="{27E19F3C-2282-C472-C8E9-067917F2F1A1}"/>
              </a:ext>
            </a:extLst>
          </p:cNvPr>
          <p:cNvCxnSpPr>
            <a:cxnSpLocks/>
            <a:stCxn id="5122" idx="2"/>
            <a:endCxn id="9" idx="0"/>
          </p:cNvCxnSpPr>
          <p:nvPr/>
        </p:nvCxnSpPr>
        <p:spPr>
          <a:xfrm>
            <a:off x="2996148" y="4012749"/>
            <a:ext cx="6562" cy="4108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3" name="Image 2">
            <a:extLst>
              <a:ext uri="{FF2B5EF4-FFF2-40B4-BE49-F238E27FC236}">
                <a16:creationId xmlns:a16="http://schemas.microsoft.com/office/drawing/2014/main" id="{F0C1EC66-6CE8-C2F2-B84A-1C7046BEA88C}"/>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sp>
        <p:nvSpPr>
          <p:cNvPr id="17" name="Rectangle 16">
            <a:extLst>
              <a:ext uri="{FF2B5EF4-FFF2-40B4-BE49-F238E27FC236}">
                <a16:creationId xmlns:a16="http://schemas.microsoft.com/office/drawing/2014/main" id="{BF806940-C118-9575-9439-80CC00C9B38F}"/>
              </a:ext>
            </a:extLst>
          </p:cNvPr>
          <p:cNvSpPr/>
          <p:nvPr/>
        </p:nvSpPr>
        <p:spPr>
          <a:xfrm>
            <a:off x="286572" y="6097015"/>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Image 7">
            <a:extLst>
              <a:ext uri="{FF2B5EF4-FFF2-40B4-BE49-F238E27FC236}">
                <a16:creationId xmlns:a16="http://schemas.microsoft.com/office/drawing/2014/main" id="{42D8B249-AC9C-52F5-F0C9-B5976228E678}"/>
              </a:ext>
            </a:extLst>
          </p:cNvPr>
          <p:cNvPicPr>
            <a:picLocks noChangeAspect="1"/>
          </p:cNvPicPr>
          <p:nvPr/>
        </p:nvPicPr>
        <p:blipFill>
          <a:blip r:embed="rId9"/>
          <a:stretch>
            <a:fillRect/>
          </a:stretch>
        </p:blipFill>
        <p:spPr>
          <a:xfrm>
            <a:off x="7452758" y="4878735"/>
            <a:ext cx="2062086" cy="1373626"/>
          </a:xfrm>
          <a:prstGeom prst="rect">
            <a:avLst/>
          </a:prstGeom>
        </p:spPr>
      </p:pic>
      <p:pic>
        <p:nvPicPr>
          <p:cNvPr id="5128" name="Picture 8" descr="Rappelling Clip Art, Vector Images &amp; Illustrations - iStock">
            <a:extLst>
              <a:ext uri="{FF2B5EF4-FFF2-40B4-BE49-F238E27FC236}">
                <a16:creationId xmlns:a16="http://schemas.microsoft.com/office/drawing/2014/main" id="{34E216BF-6C13-A80C-F3E1-0A8220D570A1}"/>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57179" t="15490" b="8256"/>
          <a:stretch/>
        </p:blipFill>
        <p:spPr bwMode="auto">
          <a:xfrm>
            <a:off x="10178199" y="4289561"/>
            <a:ext cx="1116469" cy="1822479"/>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Formation Premiers Secours - Samedi 12 mars 2022">
            <a:extLst>
              <a:ext uri="{FF2B5EF4-FFF2-40B4-BE49-F238E27FC236}">
                <a16:creationId xmlns:a16="http://schemas.microsoft.com/office/drawing/2014/main" id="{2F1E0A91-E4E0-8104-9201-6F3B44179639}"/>
              </a:ext>
            </a:extLst>
          </p:cNvPr>
          <p:cNvPicPr>
            <a:picLocks noChangeAspect="1" noChangeArrowheads="1"/>
          </p:cNvPicPr>
          <p:nvPr/>
        </p:nvPicPr>
        <p:blipFill>
          <a:blip r:embed="rId11" cstate="hqprint">
            <a:extLst>
              <a:ext uri="{28A0092B-C50C-407E-A947-70E740481C1C}">
                <a14:useLocalDpi xmlns:a14="http://schemas.microsoft.com/office/drawing/2010/main" val="0"/>
              </a:ext>
            </a:extLst>
          </a:blip>
          <a:srcRect/>
          <a:stretch>
            <a:fillRect/>
          </a:stretch>
        </p:blipFill>
        <p:spPr bwMode="auto">
          <a:xfrm>
            <a:off x="5206035" y="4750880"/>
            <a:ext cx="1831502" cy="1373626"/>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a:extLst>
              <a:ext uri="{FF2B5EF4-FFF2-40B4-BE49-F238E27FC236}">
                <a16:creationId xmlns:a16="http://schemas.microsoft.com/office/drawing/2014/main" id="{75C9BB07-011B-7601-3FF9-2E279B7FB02F}"/>
              </a:ext>
            </a:extLst>
          </p:cNvPr>
          <p:cNvPicPr>
            <a:picLocks noChangeAspect="1"/>
          </p:cNvPicPr>
          <p:nvPr/>
        </p:nvPicPr>
        <p:blipFill>
          <a:blip r:embed="rId12"/>
          <a:stretch>
            <a:fillRect/>
          </a:stretch>
        </p:blipFill>
        <p:spPr>
          <a:xfrm>
            <a:off x="895111" y="4423581"/>
            <a:ext cx="4215197" cy="1303588"/>
          </a:xfrm>
          <a:prstGeom prst="rect">
            <a:avLst/>
          </a:prstGeom>
        </p:spPr>
      </p:pic>
      <p:cxnSp>
        <p:nvCxnSpPr>
          <p:cNvPr id="10" name="Connecteur droit avec flèche 9">
            <a:extLst>
              <a:ext uri="{FF2B5EF4-FFF2-40B4-BE49-F238E27FC236}">
                <a16:creationId xmlns:a16="http://schemas.microsoft.com/office/drawing/2014/main" id="{D0623663-51A9-7652-8722-67F48F62F0B9}"/>
              </a:ext>
            </a:extLst>
          </p:cNvPr>
          <p:cNvCxnSpPr>
            <a:cxnSpLocks/>
          </p:cNvCxnSpPr>
          <p:nvPr/>
        </p:nvCxnSpPr>
        <p:spPr>
          <a:xfrm flipH="1">
            <a:off x="6597040" y="3987507"/>
            <a:ext cx="1395663" cy="1073888"/>
          </a:xfrm>
          <a:prstGeom prst="straightConnector1">
            <a:avLst/>
          </a:prstGeom>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eur droit avec flèche 13">
            <a:extLst>
              <a:ext uri="{FF2B5EF4-FFF2-40B4-BE49-F238E27FC236}">
                <a16:creationId xmlns:a16="http://schemas.microsoft.com/office/drawing/2014/main" id="{BFE11CE4-AFCA-64B2-0F44-1A03ED7FF63F}"/>
              </a:ext>
            </a:extLst>
          </p:cNvPr>
          <p:cNvCxnSpPr>
            <a:cxnSpLocks/>
          </p:cNvCxnSpPr>
          <p:nvPr/>
        </p:nvCxnSpPr>
        <p:spPr>
          <a:xfrm>
            <a:off x="8941928" y="3999665"/>
            <a:ext cx="1637414" cy="7974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ZoneTexte 17">
            <a:extLst>
              <a:ext uri="{FF2B5EF4-FFF2-40B4-BE49-F238E27FC236}">
                <a16:creationId xmlns:a16="http://schemas.microsoft.com/office/drawing/2014/main" id="{CBF06AA4-44E6-EAB5-1C56-2BC2ACAEB1B7}"/>
              </a:ext>
            </a:extLst>
          </p:cNvPr>
          <p:cNvSpPr txBox="1"/>
          <p:nvPr/>
        </p:nvSpPr>
        <p:spPr>
          <a:xfrm>
            <a:off x="3028507" y="1336413"/>
            <a:ext cx="6134986" cy="459421"/>
          </a:xfrm>
          <a:prstGeom prst="rect">
            <a:avLst/>
          </a:prstGeom>
          <a:noFill/>
        </p:spPr>
        <p:txBody>
          <a:bodyPr wrap="square">
            <a:spAutoFit/>
          </a:bodyPr>
          <a:lstStyle/>
          <a:p>
            <a:pPr lvl="0" algn="ctr">
              <a:lnSpc>
                <a:spcPct val="107000"/>
              </a:lnSpc>
              <a:spcAft>
                <a:spcPts val="800"/>
              </a:spcAft>
              <a:buClr>
                <a:srgbClr val="0F4761"/>
              </a:buClr>
            </a:pPr>
            <a:r>
              <a:rPr lang="fr-FR" sz="2400" u="sng" dirty="0">
                <a:solidFill>
                  <a:srgbClr val="0F4761"/>
                </a:solidFill>
                <a:effectLst/>
                <a:latin typeface="Britannic Bold" panose="020B0903060703020204" pitchFamily="34" charset="0"/>
                <a:ea typeface="Aptos" panose="020B0004020202020204" pitchFamily="34" charset="0"/>
                <a:cs typeface="Times New Roman" panose="02020603050405020304" pitchFamily="18" charset="0"/>
              </a:rPr>
              <a:t>Formation</a:t>
            </a:r>
          </a:p>
        </p:txBody>
      </p:sp>
    </p:spTree>
    <p:extLst>
      <p:ext uri="{BB962C8B-B14F-4D97-AF65-F5344CB8AC3E}">
        <p14:creationId xmlns:p14="http://schemas.microsoft.com/office/powerpoint/2010/main" val="143554403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D8C8C-BA4A-D6F9-8EFA-C1771FF06EAA}"/>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236E6F3-16CA-5222-2E76-EA8C804B2CD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B16A2761-756B-AE54-7873-3C10A6B6CC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CB851731-0363-9CF3-0EF4-812A359639DC}"/>
              </a:ext>
            </a:extLst>
          </p:cNvPr>
          <p:cNvSpPr txBox="1"/>
          <p:nvPr/>
        </p:nvSpPr>
        <p:spPr>
          <a:xfrm>
            <a:off x="11560629" y="6487886"/>
            <a:ext cx="776120" cy="369332"/>
          </a:xfrm>
          <a:prstGeom prst="rect">
            <a:avLst/>
          </a:prstGeom>
          <a:noFill/>
        </p:spPr>
        <p:txBody>
          <a:bodyPr wrap="square" rtlCol="0">
            <a:spAutoFit/>
          </a:bodyPr>
          <a:lstStyle/>
          <a:p>
            <a:r>
              <a:rPr lang="fr-FR" b="1" dirty="0">
                <a:solidFill>
                  <a:schemeClr val="bg2">
                    <a:lumMod val="50000"/>
                  </a:schemeClr>
                </a:solidFill>
              </a:rPr>
              <a:t>17</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19262DA3-41F5-2FB9-97CA-802EF0214FD8}"/>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3" name="Image 2">
            <a:extLst>
              <a:ext uri="{FF2B5EF4-FFF2-40B4-BE49-F238E27FC236}">
                <a16:creationId xmlns:a16="http://schemas.microsoft.com/office/drawing/2014/main" id="{7F8E39A2-7303-7DD8-E5AA-0D0DD2A670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7" name="Image 6">
            <a:extLst>
              <a:ext uri="{FF2B5EF4-FFF2-40B4-BE49-F238E27FC236}">
                <a16:creationId xmlns:a16="http://schemas.microsoft.com/office/drawing/2014/main" id="{33483998-5B88-8EEA-2936-C05C845F1EEC}"/>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8" name="Image 7">
            <a:extLst>
              <a:ext uri="{FF2B5EF4-FFF2-40B4-BE49-F238E27FC236}">
                <a16:creationId xmlns:a16="http://schemas.microsoft.com/office/drawing/2014/main" id="{4EFDE14D-5150-DC2B-563D-FCA7F39E2FD3}"/>
              </a:ext>
            </a:extLst>
          </p:cNvPr>
          <p:cNvPicPr>
            <a:picLocks noChangeAspect="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9" name="Rectangle 8">
            <a:extLst>
              <a:ext uri="{FF2B5EF4-FFF2-40B4-BE49-F238E27FC236}">
                <a16:creationId xmlns:a16="http://schemas.microsoft.com/office/drawing/2014/main" id="{5D2309A2-4E2D-368F-228B-E2B4F054096C}"/>
              </a:ext>
            </a:extLst>
          </p:cNvPr>
          <p:cNvSpPr/>
          <p:nvPr/>
        </p:nvSpPr>
        <p:spPr>
          <a:xfrm>
            <a:off x="275686" y="6062229"/>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mage 9" descr="Une image contenant ciel, plein air, herbe, cylindre&#10;&#10;Le contenu généré par l’IA peut être incorrect.">
            <a:extLst>
              <a:ext uri="{FF2B5EF4-FFF2-40B4-BE49-F238E27FC236}">
                <a16:creationId xmlns:a16="http://schemas.microsoft.com/office/drawing/2014/main" id="{935B3347-8201-C0BF-67E4-5D8A4207CDEC}"/>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t="16838" b="16429"/>
          <a:stretch>
            <a:fillRect/>
          </a:stretch>
        </p:blipFill>
        <p:spPr bwMode="auto">
          <a:xfrm>
            <a:off x="1134019" y="1998219"/>
            <a:ext cx="2536825" cy="3009900"/>
          </a:xfrm>
          <a:prstGeom prst="rect">
            <a:avLst/>
          </a:prstGeom>
          <a:ln>
            <a:noFill/>
          </a:ln>
          <a:extLst>
            <a:ext uri="{53640926-AAD7-44D8-BBD7-CCE9431645EC}">
              <a14:shadowObscured xmlns:a14="http://schemas.microsoft.com/office/drawing/2010/main"/>
            </a:ext>
          </a:extLst>
        </p:spPr>
      </p:pic>
      <p:pic>
        <p:nvPicPr>
          <p:cNvPr id="11" name="Image 10" descr="Une image contenant texte, intérieur, mur, sol&#10;&#10;Le contenu généré par l’IA peut être incorrect.">
            <a:extLst>
              <a:ext uri="{FF2B5EF4-FFF2-40B4-BE49-F238E27FC236}">
                <a16:creationId xmlns:a16="http://schemas.microsoft.com/office/drawing/2014/main" id="{D906B936-821B-AB7C-B3F6-FCC09C892E0B}"/>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26284" y="2007074"/>
            <a:ext cx="1737995" cy="3089910"/>
          </a:xfrm>
          <a:prstGeom prst="rect">
            <a:avLst/>
          </a:prstGeom>
        </p:spPr>
      </p:pic>
      <p:pic>
        <p:nvPicPr>
          <p:cNvPr id="12" name="Image 11" descr="Une image contenant texte, intérieur, sol, Électroménager&#10;&#10;Le contenu généré par l’IA peut être incorrect.">
            <a:extLst>
              <a:ext uri="{FF2B5EF4-FFF2-40B4-BE49-F238E27FC236}">
                <a16:creationId xmlns:a16="http://schemas.microsoft.com/office/drawing/2014/main" id="{C962BB01-C4AE-19CE-C939-D0464B8F92F1}"/>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t="8916" b="18978"/>
          <a:stretch>
            <a:fillRect/>
          </a:stretch>
        </p:blipFill>
        <p:spPr bwMode="auto">
          <a:xfrm>
            <a:off x="8592593" y="2232901"/>
            <a:ext cx="2284440" cy="2928257"/>
          </a:xfrm>
          <a:prstGeom prst="rect">
            <a:avLst/>
          </a:prstGeom>
          <a:ln>
            <a:noFill/>
          </a:ln>
          <a:extLst>
            <a:ext uri="{53640926-AAD7-44D8-BBD7-CCE9431645EC}">
              <a14:shadowObscured xmlns:a14="http://schemas.microsoft.com/office/drawing/2010/main"/>
            </a:ext>
          </a:extLst>
        </p:spPr>
      </p:pic>
      <p:sp>
        <p:nvSpPr>
          <p:cNvPr id="13" name="Rectangle 12">
            <a:extLst>
              <a:ext uri="{FF2B5EF4-FFF2-40B4-BE49-F238E27FC236}">
                <a16:creationId xmlns:a16="http://schemas.microsoft.com/office/drawing/2014/main" id="{6B07237E-36E0-5A4A-9CF9-0A75BF98B0C0}"/>
              </a:ext>
            </a:extLst>
          </p:cNvPr>
          <p:cNvSpPr/>
          <p:nvPr/>
        </p:nvSpPr>
        <p:spPr>
          <a:xfrm>
            <a:off x="1126809" y="1990924"/>
            <a:ext cx="2544035" cy="3017196"/>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5D7F14C-17E7-8723-A716-3AD7AEB8DB56}"/>
              </a:ext>
            </a:extLst>
          </p:cNvPr>
          <p:cNvSpPr/>
          <p:nvPr/>
        </p:nvSpPr>
        <p:spPr>
          <a:xfrm>
            <a:off x="5226284" y="1998218"/>
            <a:ext cx="1737995" cy="3098765"/>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ZoneTexte 14">
            <a:extLst>
              <a:ext uri="{FF2B5EF4-FFF2-40B4-BE49-F238E27FC236}">
                <a16:creationId xmlns:a16="http://schemas.microsoft.com/office/drawing/2014/main" id="{20B0CC81-B4C8-F57A-8150-DF41C4BC3D80}"/>
              </a:ext>
            </a:extLst>
          </p:cNvPr>
          <p:cNvSpPr txBox="1"/>
          <p:nvPr/>
        </p:nvSpPr>
        <p:spPr>
          <a:xfrm>
            <a:off x="1059933" y="5209122"/>
            <a:ext cx="2677785" cy="369332"/>
          </a:xfrm>
          <a:prstGeom prst="rect">
            <a:avLst/>
          </a:prstGeom>
          <a:noFill/>
        </p:spPr>
        <p:txBody>
          <a:bodyPr wrap="square" rtlCol="0">
            <a:spAutoFit/>
          </a:bodyPr>
          <a:lstStyle/>
          <a:p>
            <a:r>
              <a:rPr lang="fr-FR" b="1" dirty="0">
                <a:solidFill>
                  <a:schemeClr val="accent1"/>
                </a:solidFill>
              </a:rPr>
              <a:t>NX 84996             E10</a:t>
            </a:r>
            <a:endParaRPr lang="en-US" b="1" dirty="0">
              <a:solidFill>
                <a:schemeClr val="accent1"/>
              </a:solidFill>
            </a:endParaRPr>
          </a:p>
        </p:txBody>
      </p:sp>
      <p:cxnSp>
        <p:nvCxnSpPr>
          <p:cNvPr id="16" name="Connecteur droit avec flèche 15">
            <a:extLst>
              <a:ext uri="{FF2B5EF4-FFF2-40B4-BE49-F238E27FC236}">
                <a16:creationId xmlns:a16="http://schemas.microsoft.com/office/drawing/2014/main" id="{893EC47A-2DBF-41EA-ACEE-38EBCA8A7ED3}"/>
              </a:ext>
            </a:extLst>
          </p:cNvPr>
          <p:cNvCxnSpPr>
            <a:cxnSpLocks/>
          </p:cNvCxnSpPr>
          <p:nvPr/>
        </p:nvCxnSpPr>
        <p:spPr>
          <a:xfrm flipH="1" flipV="1">
            <a:off x="2492829" y="4463143"/>
            <a:ext cx="388075" cy="74597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eur droit avec flèche 18">
            <a:extLst>
              <a:ext uri="{FF2B5EF4-FFF2-40B4-BE49-F238E27FC236}">
                <a16:creationId xmlns:a16="http://schemas.microsoft.com/office/drawing/2014/main" id="{D8646397-B033-E855-2566-3961BC4A88DD}"/>
              </a:ext>
            </a:extLst>
          </p:cNvPr>
          <p:cNvCxnSpPr>
            <a:cxnSpLocks/>
          </p:cNvCxnSpPr>
          <p:nvPr/>
        </p:nvCxnSpPr>
        <p:spPr>
          <a:xfrm flipV="1">
            <a:off x="1599548" y="2906486"/>
            <a:ext cx="576854" cy="227777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1" name="ZoneTexte 20">
            <a:extLst>
              <a:ext uri="{FF2B5EF4-FFF2-40B4-BE49-F238E27FC236}">
                <a16:creationId xmlns:a16="http://schemas.microsoft.com/office/drawing/2014/main" id="{CF2D8649-B63A-6C64-94E0-8CF241B54D10}"/>
              </a:ext>
            </a:extLst>
          </p:cNvPr>
          <p:cNvSpPr txBox="1"/>
          <p:nvPr/>
        </p:nvSpPr>
        <p:spPr>
          <a:xfrm>
            <a:off x="4740190" y="5169244"/>
            <a:ext cx="3139331" cy="369332"/>
          </a:xfrm>
          <a:prstGeom prst="rect">
            <a:avLst/>
          </a:prstGeom>
          <a:noFill/>
        </p:spPr>
        <p:txBody>
          <a:bodyPr wrap="square" rtlCol="0">
            <a:spAutoFit/>
          </a:bodyPr>
          <a:lstStyle/>
          <a:p>
            <a:r>
              <a:rPr lang="fr-FR" b="1" dirty="0">
                <a:solidFill>
                  <a:schemeClr val="accent1"/>
                </a:solidFill>
              </a:rPr>
              <a:t>Ascenseur       Cellules HT </a:t>
            </a:r>
            <a:endParaRPr lang="en-US" b="1" dirty="0">
              <a:solidFill>
                <a:schemeClr val="accent1"/>
              </a:solidFill>
            </a:endParaRPr>
          </a:p>
        </p:txBody>
      </p:sp>
      <p:cxnSp>
        <p:nvCxnSpPr>
          <p:cNvPr id="22" name="Connecteur droit avec flèche 21">
            <a:extLst>
              <a:ext uri="{FF2B5EF4-FFF2-40B4-BE49-F238E27FC236}">
                <a16:creationId xmlns:a16="http://schemas.microsoft.com/office/drawing/2014/main" id="{04FBE6A4-F051-BDA1-17E0-8B26A3A8B203}"/>
              </a:ext>
            </a:extLst>
          </p:cNvPr>
          <p:cNvCxnSpPr>
            <a:cxnSpLocks/>
          </p:cNvCxnSpPr>
          <p:nvPr/>
        </p:nvCxnSpPr>
        <p:spPr>
          <a:xfrm flipV="1">
            <a:off x="5378802" y="3897086"/>
            <a:ext cx="151329" cy="131203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eur droit avec flèche 24">
            <a:extLst>
              <a:ext uri="{FF2B5EF4-FFF2-40B4-BE49-F238E27FC236}">
                <a16:creationId xmlns:a16="http://schemas.microsoft.com/office/drawing/2014/main" id="{17FABD8A-2349-23A1-A4F0-FCDE6AA6190C}"/>
              </a:ext>
            </a:extLst>
          </p:cNvPr>
          <p:cNvCxnSpPr>
            <a:cxnSpLocks/>
          </p:cNvCxnSpPr>
          <p:nvPr/>
        </p:nvCxnSpPr>
        <p:spPr>
          <a:xfrm flipH="1" flipV="1">
            <a:off x="6737535" y="3897086"/>
            <a:ext cx="62645" cy="128717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7" name="ZoneTexte 26">
            <a:extLst>
              <a:ext uri="{FF2B5EF4-FFF2-40B4-BE49-F238E27FC236}">
                <a16:creationId xmlns:a16="http://schemas.microsoft.com/office/drawing/2014/main" id="{B617006A-2E40-0FA8-4731-E0EBF5ED7F01}"/>
              </a:ext>
            </a:extLst>
          </p:cNvPr>
          <p:cNvSpPr txBox="1"/>
          <p:nvPr/>
        </p:nvSpPr>
        <p:spPr>
          <a:xfrm>
            <a:off x="8736336" y="5209122"/>
            <a:ext cx="2993672" cy="369332"/>
          </a:xfrm>
          <a:prstGeom prst="rect">
            <a:avLst/>
          </a:prstGeom>
          <a:noFill/>
        </p:spPr>
        <p:txBody>
          <a:bodyPr wrap="square" rtlCol="0">
            <a:spAutoFit/>
          </a:bodyPr>
          <a:lstStyle/>
          <a:p>
            <a:r>
              <a:rPr lang="fr-FR" b="1" dirty="0">
                <a:solidFill>
                  <a:schemeClr val="accent1"/>
                </a:solidFill>
              </a:rPr>
              <a:t>Ecran supervision </a:t>
            </a:r>
            <a:endParaRPr lang="en-US" b="1" dirty="0">
              <a:solidFill>
                <a:schemeClr val="accent1"/>
              </a:solidFill>
            </a:endParaRPr>
          </a:p>
        </p:txBody>
      </p:sp>
      <p:cxnSp>
        <p:nvCxnSpPr>
          <p:cNvPr id="28" name="Connecteur droit avec flèche 27">
            <a:extLst>
              <a:ext uri="{FF2B5EF4-FFF2-40B4-BE49-F238E27FC236}">
                <a16:creationId xmlns:a16="http://schemas.microsoft.com/office/drawing/2014/main" id="{59B26A7D-6048-1D58-5495-8C1471591373}"/>
              </a:ext>
            </a:extLst>
          </p:cNvPr>
          <p:cNvCxnSpPr>
            <a:cxnSpLocks/>
          </p:cNvCxnSpPr>
          <p:nvPr/>
        </p:nvCxnSpPr>
        <p:spPr>
          <a:xfrm flipH="1" flipV="1">
            <a:off x="9481370" y="3569372"/>
            <a:ext cx="253443" cy="16397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208567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D8C8C-BA4A-D6F9-8EFA-C1771FF06EAA}"/>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236E6F3-16CA-5222-2E76-EA8C804B2CD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B16A2761-756B-AE54-7873-3C10A6B6CC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CB851731-0363-9CF3-0EF4-812A359639DC}"/>
              </a:ext>
            </a:extLst>
          </p:cNvPr>
          <p:cNvSpPr txBox="1"/>
          <p:nvPr/>
        </p:nvSpPr>
        <p:spPr>
          <a:xfrm>
            <a:off x="11560629" y="6487886"/>
            <a:ext cx="776120" cy="369332"/>
          </a:xfrm>
          <a:prstGeom prst="rect">
            <a:avLst/>
          </a:prstGeom>
          <a:noFill/>
        </p:spPr>
        <p:txBody>
          <a:bodyPr wrap="square" rtlCol="0">
            <a:spAutoFit/>
          </a:bodyPr>
          <a:lstStyle/>
          <a:p>
            <a:r>
              <a:rPr lang="fr-FR" b="1" dirty="0">
                <a:solidFill>
                  <a:schemeClr val="bg2">
                    <a:lumMod val="50000"/>
                  </a:schemeClr>
                </a:solidFill>
              </a:rPr>
              <a:t>18</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19262DA3-41F5-2FB9-97CA-802EF0214FD8}"/>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3" name="Image 2">
            <a:extLst>
              <a:ext uri="{FF2B5EF4-FFF2-40B4-BE49-F238E27FC236}">
                <a16:creationId xmlns:a16="http://schemas.microsoft.com/office/drawing/2014/main" id="{7F8E39A2-7303-7DD8-E5AA-0D0DD2A670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7" name="Image 6">
            <a:extLst>
              <a:ext uri="{FF2B5EF4-FFF2-40B4-BE49-F238E27FC236}">
                <a16:creationId xmlns:a16="http://schemas.microsoft.com/office/drawing/2014/main" id="{33483998-5B88-8EEA-2936-C05C845F1EEC}"/>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8" name="Image 7">
            <a:extLst>
              <a:ext uri="{FF2B5EF4-FFF2-40B4-BE49-F238E27FC236}">
                <a16:creationId xmlns:a16="http://schemas.microsoft.com/office/drawing/2014/main" id="{4EFDE14D-5150-DC2B-563D-FCA7F39E2FD3}"/>
              </a:ext>
            </a:extLst>
          </p:cNvPr>
          <p:cNvPicPr>
            <a:picLocks noChangeAspect="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9" name="Rectangle 8">
            <a:extLst>
              <a:ext uri="{FF2B5EF4-FFF2-40B4-BE49-F238E27FC236}">
                <a16:creationId xmlns:a16="http://schemas.microsoft.com/office/drawing/2014/main" id="{5D2309A2-4E2D-368F-228B-E2B4F054096C}"/>
              </a:ext>
            </a:extLst>
          </p:cNvPr>
          <p:cNvSpPr/>
          <p:nvPr/>
        </p:nvSpPr>
        <p:spPr>
          <a:xfrm>
            <a:off x="308343" y="6052624"/>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Image 11">
            <a:extLst>
              <a:ext uri="{FF2B5EF4-FFF2-40B4-BE49-F238E27FC236}">
                <a16:creationId xmlns:a16="http://schemas.microsoft.com/office/drawing/2014/main" id="{EB18651C-3991-7C6D-757E-3E92AF912404}"/>
              </a:ext>
            </a:extLst>
          </p:cNvPr>
          <p:cNvPicPr>
            <a:picLocks noChangeAspect="1"/>
          </p:cNvPicPr>
          <p:nvPr/>
        </p:nvPicPr>
        <p:blipFill>
          <a:blip r:embed="rId8"/>
          <a:stretch>
            <a:fillRect/>
          </a:stretch>
        </p:blipFill>
        <p:spPr>
          <a:xfrm>
            <a:off x="1691195" y="1646056"/>
            <a:ext cx="7997238" cy="4481005"/>
          </a:xfrm>
          <a:prstGeom prst="rect">
            <a:avLst/>
          </a:prstGeom>
        </p:spPr>
      </p:pic>
    </p:spTree>
    <p:extLst>
      <p:ext uri="{BB962C8B-B14F-4D97-AF65-F5344CB8AC3E}">
        <p14:creationId xmlns:p14="http://schemas.microsoft.com/office/powerpoint/2010/main" val="41741664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E8D6F-95AF-B888-125B-3C370F153217}"/>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FCA1294-F251-88A6-05C3-9505568BFAA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8A851A61-0C23-10A0-C09C-39235EDDEA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2F5DE64E-02FF-0A1B-0D87-53358D631D11}"/>
              </a:ext>
            </a:extLst>
          </p:cNvPr>
          <p:cNvSpPr txBox="1"/>
          <p:nvPr/>
        </p:nvSpPr>
        <p:spPr>
          <a:xfrm>
            <a:off x="11560629" y="6487886"/>
            <a:ext cx="631371" cy="369332"/>
          </a:xfrm>
          <a:prstGeom prst="rect">
            <a:avLst/>
          </a:prstGeom>
          <a:noFill/>
        </p:spPr>
        <p:txBody>
          <a:bodyPr wrap="square" rtlCol="0">
            <a:spAutoFit/>
          </a:bodyPr>
          <a:lstStyle/>
          <a:p>
            <a:r>
              <a:rPr lang="fr-FR" b="1" dirty="0">
                <a:solidFill>
                  <a:schemeClr val="bg2">
                    <a:lumMod val="50000"/>
                  </a:schemeClr>
                </a:solidFill>
              </a:rPr>
              <a:t>19</a:t>
            </a:r>
            <a:endParaRPr lang="en-US" b="1" dirty="0">
              <a:solidFill>
                <a:schemeClr val="bg2">
                  <a:lumMod val="50000"/>
                </a:schemeClr>
              </a:solidFill>
            </a:endParaRPr>
          </a:p>
        </p:txBody>
      </p:sp>
      <p:pic>
        <p:nvPicPr>
          <p:cNvPr id="9" name="Image 8" descr="Une image contenant texte, nombre, capture d’écran, Parallèle&#10;&#10;Le contenu généré par l’IA peut être incorrect.">
            <a:extLst>
              <a:ext uri="{FF2B5EF4-FFF2-40B4-BE49-F238E27FC236}">
                <a16:creationId xmlns:a16="http://schemas.microsoft.com/office/drawing/2014/main" id="{648082F5-9119-FEDC-91E0-29AD526A4E0D}"/>
              </a:ext>
            </a:extLst>
          </p:cNvPr>
          <p:cNvPicPr>
            <a:picLocks noChangeAspect="1"/>
          </p:cNvPicPr>
          <p:nvPr/>
        </p:nvPicPr>
        <p:blipFill>
          <a:blip r:embed="rId4"/>
          <a:stretch>
            <a:fillRect/>
          </a:stretch>
        </p:blipFill>
        <p:spPr>
          <a:xfrm>
            <a:off x="2197682" y="2535510"/>
            <a:ext cx="7796634" cy="3329396"/>
          </a:xfrm>
          <a:prstGeom prst="rect">
            <a:avLst/>
          </a:prstGeom>
        </p:spPr>
      </p:pic>
      <p:sp>
        <p:nvSpPr>
          <p:cNvPr id="10" name="Rectangle 9">
            <a:extLst>
              <a:ext uri="{FF2B5EF4-FFF2-40B4-BE49-F238E27FC236}">
                <a16:creationId xmlns:a16="http://schemas.microsoft.com/office/drawing/2014/main" id="{D60F3C15-2C81-553C-E893-C8728376E120}"/>
              </a:ext>
            </a:extLst>
          </p:cNvPr>
          <p:cNvSpPr/>
          <p:nvPr/>
        </p:nvSpPr>
        <p:spPr>
          <a:xfrm>
            <a:off x="2197682" y="2535510"/>
            <a:ext cx="7796634" cy="3280410"/>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ZoneTexte 11">
            <a:extLst>
              <a:ext uri="{FF2B5EF4-FFF2-40B4-BE49-F238E27FC236}">
                <a16:creationId xmlns:a16="http://schemas.microsoft.com/office/drawing/2014/main" id="{FB0D8114-6729-79A6-B9A5-F867D5299AA6}"/>
              </a:ext>
            </a:extLst>
          </p:cNvPr>
          <p:cNvSpPr txBox="1"/>
          <p:nvPr/>
        </p:nvSpPr>
        <p:spPr>
          <a:xfrm>
            <a:off x="3515632" y="1885511"/>
            <a:ext cx="5869668" cy="369332"/>
          </a:xfrm>
          <a:prstGeom prst="rect">
            <a:avLst/>
          </a:prstGeom>
          <a:noFill/>
        </p:spPr>
        <p:txBody>
          <a:bodyPr wrap="square">
            <a:spAutoFit/>
          </a:bodyPr>
          <a:lstStyle/>
          <a:p>
            <a:r>
              <a:rPr lang="fr-FR" sz="1800" b="1" u="sng" kern="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MAINTENANCE TYPE 3 / PARC DE MONT-DERNY</a:t>
            </a:r>
            <a:endParaRPr lang="en-US" u="sng" dirty="0"/>
          </a:p>
        </p:txBody>
      </p:sp>
      <p:pic>
        <p:nvPicPr>
          <p:cNvPr id="2" name="Image 1">
            <a:extLst>
              <a:ext uri="{FF2B5EF4-FFF2-40B4-BE49-F238E27FC236}">
                <a16:creationId xmlns:a16="http://schemas.microsoft.com/office/drawing/2014/main" id="{8200BA4B-3766-E756-AC1C-C765BAEB8C59}"/>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3" name="Image 2">
            <a:extLst>
              <a:ext uri="{FF2B5EF4-FFF2-40B4-BE49-F238E27FC236}">
                <a16:creationId xmlns:a16="http://schemas.microsoft.com/office/drawing/2014/main" id="{B0B94F73-CC4E-4D57-DCB6-D46BD1BE342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7" name="Image 6">
            <a:extLst>
              <a:ext uri="{FF2B5EF4-FFF2-40B4-BE49-F238E27FC236}">
                <a16:creationId xmlns:a16="http://schemas.microsoft.com/office/drawing/2014/main" id="{7F61E34D-05FE-B0FE-8FB9-96E978B2E964}"/>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8" name="Image 7">
            <a:extLst>
              <a:ext uri="{FF2B5EF4-FFF2-40B4-BE49-F238E27FC236}">
                <a16:creationId xmlns:a16="http://schemas.microsoft.com/office/drawing/2014/main" id="{526198B0-D43A-3D9A-35E8-6B7001D68414}"/>
              </a:ext>
            </a:extLst>
          </p:cNvPr>
          <p:cNvPicPr>
            <a:picLocks noChangeAspect="1"/>
          </p:cNvPicPr>
          <p:nvPr/>
        </p:nvPicPr>
        <p:blipFill>
          <a:blip r:embed="rId8"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11" name="Rectangle 10">
            <a:extLst>
              <a:ext uri="{FF2B5EF4-FFF2-40B4-BE49-F238E27FC236}">
                <a16:creationId xmlns:a16="http://schemas.microsoft.com/office/drawing/2014/main" id="{D5FCD46A-5AB9-BDAD-C6C2-94C4B3414D27}"/>
              </a:ext>
            </a:extLst>
          </p:cNvPr>
          <p:cNvSpPr/>
          <p:nvPr/>
        </p:nvSpPr>
        <p:spPr>
          <a:xfrm>
            <a:off x="308343" y="6055118"/>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Image 12"/>
          <p:cNvPicPr>
            <a:picLocks noChangeAspect="1"/>
          </p:cNvPicPr>
          <p:nvPr/>
        </p:nvPicPr>
        <p:blipFill>
          <a:blip r:embed="rId9"/>
          <a:stretch>
            <a:fillRect/>
          </a:stretch>
        </p:blipFill>
        <p:spPr>
          <a:xfrm>
            <a:off x="2586544" y="2602107"/>
            <a:ext cx="7337459" cy="3183363"/>
          </a:xfrm>
          <a:prstGeom prst="rect">
            <a:avLst/>
          </a:prstGeom>
        </p:spPr>
      </p:pic>
    </p:spTree>
    <p:extLst>
      <p:ext uri="{BB962C8B-B14F-4D97-AF65-F5344CB8AC3E}">
        <p14:creationId xmlns:p14="http://schemas.microsoft.com/office/powerpoint/2010/main" val="340896012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17521-F818-B825-1541-C7F50FA88314}"/>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6B073A25-2BF3-037B-C608-561586CB9AA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8572FFC2-1572-8BDE-9E3E-BB06765936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61F0D93F-1681-604E-A54A-450997FC72B6}"/>
              </a:ext>
            </a:extLst>
          </p:cNvPr>
          <p:cNvSpPr txBox="1"/>
          <p:nvPr/>
        </p:nvSpPr>
        <p:spPr>
          <a:xfrm>
            <a:off x="11560629" y="6487886"/>
            <a:ext cx="631371" cy="369332"/>
          </a:xfrm>
          <a:prstGeom prst="rect">
            <a:avLst/>
          </a:prstGeom>
          <a:noFill/>
        </p:spPr>
        <p:txBody>
          <a:bodyPr wrap="square" rtlCol="0">
            <a:spAutoFit/>
          </a:bodyPr>
          <a:lstStyle/>
          <a:p>
            <a:r>
              <a:rPr lang="fr-FR" b="1" dirty="0">
                <a:solidFill>
                  <a:schemeClr val="bg2">
                    <a:lumMod val="50000"/>
                  </a:schemeClr>
                </a:solidFill>
              </a:rPr>
              <a:t>20</a:t>
            </a:r>
            <a:endParaRPr lang="en-US" b="1" dirty="0">
              <a:solidFill>
                <a:schemeClr val="bg2">
                  <a:lumMod val="50000"/>
                </a:schemeClr>
              </a:solidFill>
            </a:endParaRPr>
          </a:p>
        </p:txBody>
      </p:sp>
      <p:pic>
        <p:nvPicPr>
          <p:cNvPr id="2" name="Image 1" descr="Une image contenant carte, texte, Plan, diagramme&#10;&#10;Le contenu généré par l’IA peut être incorrect.">
            <a:extLst>
              <a:ext uri="{FF2B5EF4-FFF2-40B4-BE49-F238E27FC236}">
                <a16:creationId xmlns:a16="http://schemas.microsoft.com/office/drawing/2014/main" id="{5DF2B23D-0789-A30D-3A31-19099770E1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90218" y="2143442"/>
            <a:ext cx="4335780" cy="3540125"/>
          </a:xfrm>
          <a:prstGeom prst="rect">
            <a:avLst/>
          </a:prstGeom>
        </p:spPr>
      </p:pic>
      <p:sp>
        <p:nvSpPr>
          <p:cNvPr id="3" name="Ellipse 2">
            <a:extLst>
              <a:ext uri="{FF2B5EF4-FFF2-40B4-BE49-F238E27FC236}">
                <a16:creationId xmlns:a16="http://schemas.microsoft.com/office/drawing/2014/main" id="{7FBF389A-9DBB-C590-9CA4-64F1EBDDF24D}"/>
              </a:ext>
            </a:extLst>
          </p:cNvPr>
          <p:cNvSpPr/>
          <p:nvPr/>
        </p:nvSpPr>
        <p:spPr>
          <a:xfrm>
            <a:off x="2942818" y="2416174"/>
            <a:ext cx="434340" cy="37719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Ellipse 6">
            <a:extLst>
              <a:ext uri="{FF2B5EF4-FFF2-40B4-BE49-F238E27FC236}">
                <a16:creationId xmlns:a16="http://schemas.microsoft.com/office/drawing/2014/main" id="{2C38B9EC-48E8-D424-2BA4-FC538DD1E954}"/>
              </a:ext>
            </a:extLst>
          </p:cNvPr>
          <p:cNvSpPr/>
          <p:nvPr/>
        </p:nvSpPr>
        <p:spPr>
          <a:xfrm>
            <a:off x="2508478" y="3529510"/>
            <a:ext cx="434340" cy="37719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Ellipse 7">
            <a:extLst>
              <a:ext uri="{FF2B5EF4-FFF2-40B4-BE49-F238E27FC236}">
                <a16:creationId xmlns:a16="http://schemas.microsoft.com/office/drawing/2014/main" id="{CDA85F2A-C751-BA35-337D-D9CF8871C7BE}"/>
              </a:ext>
            </a:extLst>
          </p:cNvPr>
          <p:cNvSpPr/>
          <p:nvPr/>
        </p:nvSpPr>
        <p:spPr>
          <a:xfrm>
            <a:off x="3666718" y="4054474"/>
            <a:ext cx="434340" cy="37719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Ellipse 10">
            <a:extLst>
              <a:ext uri="{FF2B5EF4-FFF2-40B4-BE49-F238E27FC236}">
                <a16:creationId xmlns:a16="http://schemas.microsoft.com/office/drawing/2014/main" id="{A6F2E57B-0C0D-B4E8-CDBE-2C7C97856CB0}"/>
              </a:ext>
            </a:extLst>
          </p:cNvPr>
          <p:cNvSpPr/>
          <p:nvPr/>
        </p:nvSpPr>
        <p:spPr>
          <a:xfrm>
            <a:off x="4276318" y="2904262"/>
            <a:ext cx="434340" cy="37719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Ellipse 12">
            <a:extLst>
              <a:ext uri="{FF2B5EF4-FFF2-40B4-BE49-F238E27FC236}">
                <a16:creationId xmlns:a16="http://schemas.microsoft.com/office/drawing/2014/main" id="{D62D4BBA-EC70-06FA-590A-468CD8778986}"/>
              </a:ext>
            </a:extLst>
          </p:cNvPr>
          <p:cNvSpPr/>
          <p:nvPr/>
        </p:nvSpPr>
        <p:spPr>
          <a:xfrm>
            <a:off x="2074138" y="4580276"/>
            <a:ext cx="434340" cy="37719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ZoneTexte 14">
            <a:extLst>
              <a:ext uri="{FF2B5EF4-FFF2-40B4-BE49-F238E27FC236}">
                <a16:creationId xmlns:a16="http://schemas.microsoft.com/office/drawing/2014/main" id="{941C41DC-E080-8041-5789-F30B318C14F7}"/>
              </a:ext>
            </a:extLst>
          </p:cNvPr>
          <p:cNvSpPr txBox="1"/>
          <p:nvPr/>
        </p:nvSpPr>
        <p:spPr>
          <a:xfrm>
            <a:off x="6863308" y="3333424"/>
            <a:ext cx="3174682" cy="971292"/>
          </a:xfrm>
          <a:prstGeom prst="rect">
            <a:avLst/>
          </a:prstGeom>
          <a:noFill/>
        </p:spPr>
        <p:txBody>
          <a:bodyPr wrap="square">
            <a:spAutoFit/>
          </a:bodyPr>
          <a:lstStyle/>
          <a:p>
            <a:pPr>
              <a:lnSpc>
                <a:spcPct val="107000"/>
              </a:lnSpc>
              <a:spcAft>
                <a:spcPts val="800"/>
              </a:spcAft>
            </a:pPr>
            <a:r>
              <a:rPr lang="fr-FR" sz="18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Ce parc est composé de 5 Eoliennes </a:t>
            </a:r>
            <a:r>
              <a:rPr lang="fr-FR" sz="1800" dirty="0" err="1">
                <a:solidFill>
                  <a:srgbClr val="000000"/>
                </a:solidFill>
                <a:effectLst/>
                <a:latin typeface="Aptos" panose="020B0004020202020204" pitchFamily="34" charset="0"/>
                <a:ea typeface="Aptos" panose="020B0004020202020204" pitchFamily="34" charset="0"/>
                <a:cs typeface="Times New Roman" panose="02020603050405020304" pitchFamily="18" charset="0"/>
              </a:rPr>
              <a:t>Nordex</a:t>
            </a:r>
            <a:r>
              <a:rPr lang="fr-FR" sz="18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 de type Gamma N100 de 2,5 MW.</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6" name="Flèche : droite 15">
            <a:extLst>
              <a:ext uri="{FF2B5EF4-FFF2-40B4-BE49-F238E27FC236}">
                <a16:creationId xmlns:a16="http://schemas.microsoft.com/office/drawing/2014/main" id="{50CDFF28-7F2C-0DC9-388C-BE2137275ED3}"/>
              </a:ext>
            </a:extLst>
          </p:cNvPr>
          <p:cNvSpPr/>
          <p:nvPr/>
        </p:nvSpPr>
        <p:spPr>
          <a:xfrm>
            <a:off x="5842228" y="3664447"/>
            <a:ext cx="704850" cy="4845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7" name="Rectangle 16">
            <a:extLst>
              <a:ext uri="{FF2B5EF4-FFF2-40B4-BE49-F238E27FC236}">
                <a16:creationId xmlns:a16="http://schemas.microsoft.com/office/drawing/2014/main" id="{594A6E44-838E-E369-B533-8B9191FA3C13}"/>
              </a:ext>
            </a:extLst>
          </p:cNvPr>
          <p:cNvSpPr/>
          <p:nvPr/>
        </p:nvSpPr>
        <p:spPr>
          <a:xfrm>
            <a:off x="1283282" y="2178864"/>
            <a:ext cx="4157398" cy="3421835"/>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 8">
            <a:extLst>
              <a:ext uri="{FF2B5EF4-FFF2-40B4-BE49-F238E27FC236}">
                <a16:creationId xmlns:a16="http://schemas.microsoft.com/office/drawing/2014/main" id="{1DA277D5-65B0-9B24-EF8B-5E766AD10FA5}"/>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10" name="Image 9">
            <a:extLst>
              <a:ext uri="{FF2B5EF4-FFF2-40B4-BE49-F238E27FC236}">
                <a16:creationId xmlns:a16="http://schemas.microsoft.com/office/drawing/2014/main" id="{2850E227-4505-4ED4-412D-CCFAF646552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12" name="Image 11">
            <a:extLst>
              <a:ext uri="{FF2B5EF4-FFF2-40B4-BE49-F238E27FC236}">
                <a16:creationId xmlns:a16="http://schemas.microsoft.com/office/drawing/2014/main" id="{564A4D1C-31C6-8A21-1A61-E22C842C0EB6}"/>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14" name="Image 13">
            <a:extLst>
              <a:ext uri="{FF2B5EF4-FFF2-40B4-BE49-F238E27FC236}">
                <a16:creationId xmlns:a16="http://schemas.microsoft.com/office/drawing/2014/main" id="{E7A55485-EC0D-3663-4C31-6DBFA688F570}"/>
              </a:ext>
            </a:extLst>
          </p:cNvPr>
          <p:cNvPicPr>
            <a:picLocks noChangeAspect="1"/>
          </p:cNvPicPr>
          <p:nvPr/>
        </p:nvPicPr>
        <p:blipFill>
          <a:blip r:embed="rId8"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18" name="Rectangle 17">
            <a:extLst>
              <a:ext uri="{FF2B5EF4-FFF2-40B4-BE49-F238E27FC236}">
                <a16:creationId xmlns:a16="http://schemas.microsoft.com/office/drawing/2014/main" id="{FD056346-BF80-3DBE-4437-F05518A22E25}"/>
              </a:ext>
            </a:extLst>
          </p:cNvPr>
          <p:cNvSpPr/>
          <p:nvPr/>
        </p:nvSpPr>
        <p:spPr>
          <a:xfrm>
            <a:off x="387725" y="6052297"/>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ZoneTexte 18">
            <a:extLst>
              <a:ext uri="{FF2B5EF4-FFF2-40B4-BE49-F238E27FC236}">
                <a16:creationId xmlns:a16="http://schemas.microsoft.com/office/drawing/2014/main" id="{30D94959-2503-DB6D-8B09-C4AA2EB5BB9F}"/>
              </a:ext>
            </a:extLst>
          </p:cNvPr>
          <p:cNvSpPr txBox="1"/>
          <p:nvPr/>
        </p:nvSpPr>
        <p:spPr>
          <a:xfrm>
            <a:off x="3028507" y="1336413"/>
            <a:ext cx="6134986" cy="459421"/>
          </a:xfrm>
          <a:prstGeom prst="rect">
            <a:avLst/>
          </a:prstGeom>
          <a:noFill/>
        </p:spPr>
        <p:txBody>
          <a:bodyPr wrap="square">
            <a:spAutoFit/>
          </a:bodyPr>
          <a:lstStyle/>
          <a:p>
            <a:pPr lvl="0" algn="ctr">
              <a:lnSpc>
                <a:spcPct val="107000"/>
              </a:lnSpc>
              <a:spcAft>
                <a:spcPts val="800"/>
              </a:spcAft>
              <a:buClr>
                <a:srgbClr val="0F4761"/>
              </a:buClr>
            </a:pPr>
            <a:r>
              <a:rPr lang="fr-FR" sz="2400" u="sng" dirty="0">
                <a:solidFill>
                  <a:srgbClr val="0F4761"/>
                </a:solidFill>
                <a:effectLst/>
                <a:latin typeface="Britannic Bold" panose="020B0903060703020204" pitchFamily="34" charset="0"/>
                <a:ea typeface="Aptos" panose="020B0004020202020204" pitchFamily="34" charset="0"/>
                <a:cs typeface="Times New Roman" panose="02020603050405020304" pitchFamily="18" charset="0"/>
              </a:rPr>
              <a:t>Mont-Derny</a:t>
            </a:r>
          </a:p>
        </p:txBody>
      </p:sp>
    </p:spTree>
    <p:extLst>
      <p:ext uri="{BB962C8B-B14F-4D97-AF65-F5344CB8AC3E}">
        <p14:creationId xmlns:p14="http://schemas.microsoft.com/office/powerpoint/2010/main" val="17184225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75CE2-0832-AB47-6E39-BE1336F8C3E3}"/>
            </a:ext>
          </a:extLst>
        </p:cNvPr>
        <p:cNvGrpSpPr/>
        <p:nvPr/>
      </p:nvGrpSpPr>
      <p:grpSpPr>
        <a:xfrm>
          <a:off x="0" y="0"/>
          <a:ext cx="0" cy="0"/>
          <a:chOff x="0" y="0"/>
          <a:chExt cx="0" cy="0"/>
        </a:xfrm>
      </p:grpSpPr>
      <p:pic>
        <p:nvPicPr>
          <p:cNvPr id="12" name="Image 11">
            <a:extLst>
              <a:ext uri="{FF2B5EF4-FFF2-40B4-BE49-F238E27FC236}">
                <a16:creationId xmlns:a16="http://schemas.microsoft.com/office/drawing/2014/main" id="{5069D376-4E09-FE91-4F80-A8AAF7068222}"/>
              </a:ext>
            </a:extLst>
          </p:cNvPr>
          <p:cNvPicPr>
            <a:picLocks noChangeAspect="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pic>
        <p:nvPicPr>
          <p:cNvPr id="4" name="Image 3">
            <a:extLst>
              <a:ext uri="{FF2B5EF4-FFF2-40B4-BE49-F238E27FC236}">
                <a16:creationId xmlns:a16="http://schemas.microsoft.com/office/drawing/2014/main" id="{B9CE4327-28E0-47C2-3D6B-6C88025AC62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C081E372-DBCD-7CB5-8429-E024EC161F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ACE92C42-88B7-70BB-7A7A-37379D0CD697}"/>
              </a:ext>
            </a:extLst>
          </p:cNvPr>
          <p:cNvSpPr txBox="1"/>
          <p:nvPr/>
        </p:nvSpPr>
        <p:spPr>
          <a:xfrm>
            <a:off x="11560629" y="6487886"/>
            <a:ext cx="478971" cy="369332"/>
          </a:xfrm>
          <a:prstGeom prst="rect">
            <a:avLst/>
          </a:prstGeom>
          <a:noFill/>
        </p:spPr>
        <p:txBody>
          <a:bodyPr wrap="square" rtlCol="0">
            <a:spAutoFit/>
          </a:bodyPr>
          <a:lstStyle/>
          <a:p>
            <a:r>
              <a:rPr lang="fr-FR" b="1" dirty="0">
                <a:solidFill>
                  <a:schemeClr val="bg2">
                    <a:lumMod val="50000"/>
                  </a:schemeClr>
                </a:solidFill>
              </a:rPr>
              <a:t>21</a:t>
            </a:r>
            <a:endParaRPr lang="en-US" b="1" dirty="0">
              <a:solidFill>
                <a:schemeClr val="bg2">
                  <a:lumMod val="50000"/>
                </a:schemeClr>
              </a:solidFill>
            </a:endParaRPr>
          </a:p>
        </p:txBody>
      </p:sp>
      <p:sp>
        <p:nvSpPr>
          <p:cNvPr id="8" name="ZoneTexte 7">
            <a:extLst>
              <a:ext uri="{FF2B5EF4-FFF2-40B4-BE49-F238E27FC236}">
                <a16:creationId xmlns:a16="http://schemas.microsoft.com/office/drawing/2014/main" id="{D5797031-A94B-93F2-34D7-A04C105DDFCD}"/>
              </a:ext>
            </a:extLst>
          </p:cNvPr>
          <p:cNvSpPr txBox="1"/>
          <p:nvPr/>
        </p:nvSpPr>
        <p:spPr>
          <a:xfrm>
            <a:off x="1165860" y="3332006"/>
            <a:ext cx="3623310" cy="923330"/>
          </a:xfrm>
          <a:prstGeom prst="rect">
            <a:avLst/>
          </a:prstGeom>
          <a:noFill/>
        </p:spPr>
        <p:txBody>
          <a:bodyPr wrap="square" rtlCol="0">
            <a:spAutoFit/>
          </a:bodyPr>
          <a:lstStyle/>
          <a:p>
            <a:r>
              <a:rPr lang="fr-FR" dirty="0"/>
              <a:t>Tous l’outillage et les consommables sont montés dans la nacelle à l’aide du palan</a:t>
            </a:r>
            <a:endParaRPr lang="en-US" dirty="0"/>
          </a:p>
        </p:txBody>
      </p:sp>
      <p:sp>
        <p:nvSpPr>
          <p:cNvPr id="9" name="Flèche : droite 8">
            <a:extLst>
              <a:ext uri="{FF2B5EF4-FFF2-40B4-BE49-F238E27FC236}">
                <a16:creationId xmlns:a16="http://schemas.microsoft.com/office/drawing/2014/main" id="{21EDC202-CC90-98A5-B0AE-098F1B891772}"/>
              </a:ext>
            </a:extLst>
          </p:cNvPr>
          <p:cNvSpPr/>
          <p:nvPr/>
        </p:nvSpPr>
        <p:spPr>
          <a:xfrm>
            <a:off x="5497195" y="3585709"/>
            <a:ext cx="614045" cy="4845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3" name="Image 2">
            <a:extLst>
              <a:ext uri="{FF2B5EF4-FFF2-40B4-BE49-F238E27FC236}">
                <a16:creationId xmlns:a16="http://schemas.microsoft.com/office/drawing/2014/main" id="{88C344E3-66F8-C4D1-8F6B-4BE1195BC1B2}"/>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7" name="Image 6">
            <a:extLst>
              <a:ext uri="{FF2B5EF4-FFF2-40B4-BE49-F238E27FC236}">
                <a16:creationId xmlns:a16="http://schemas.microsoft.com/office/drawing/2014/main" id="{C7304515-B0C7-3260-EB98-95D473BB301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11" name="Image 10">
            <a:extLst>
              <a:ext uri="{FF2B5EF4-FFF2-40B4-BE49-F238E27FC236}">
                <a16:creationId xmlns:a16="http://schemas.microsoft.com/office/drawing/2014/main" id="{1B865BC0-822E-83DA-5BEB-42974DD2DB22}"/>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sp>
        <p:nvSpPr>
          <p:cNvPr id="13" name="Rectangle 12">
            <a:extLst>
              <a:ext uri="{FF2B5EF4-FFF2-40B4-BE49-F238E27FC236}">
                <a16:creationId xmlns:a16="http://schemas.microsoft.com/office/drawing/2014/main" id="{171FF27F-CA8A-4E08-5DBE-F949D6C4A1A3}"/>
              </a:ext>
            </a:extLst>
          </p:cNvPr>
          <p:cNvSpPr/>
          <p:nvPr/>
        </p:nvSpPr>
        <p:spPr>
          <a:xfrm>
            <a:off x="487150" y="6033563"/>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Image 1" descr="Une image contenant capture d’écran, terrain de jeux, carte, art&#10;&#10;Le contenu généré par l’IA peut être incorrect.">
            <a:extLst>
              <a:ext uri="{FF2B5EF4-FFF2-40B4-BE49-F238E27FC236}">
                <a16:creationId xmlns:a16="http://schemas.microsoft.com/office/drawing/2014/main" id="{33255681-5380-0B19-1C0E-839FEFF07636}"/>
              </a:ext>
            </a:extLst>
          </p:cNvPr>
          <p:cNvPicPr>
            <a:picLocks noChangeAspect="1"/>
          </p:cNvPicPr>
          <p:nvPr/>
        </p:nvPicPr>
        <p:blipFill rotWithShape="1">
          <a:blip r:embed="rId8" r:link="rId9" cstate="print">
            <a:extLst>
              <a:ext uri="{28A0092B-C50C-407E-A947-70E740481C1C}">
                <a14:useLocalDpi xmlns:a14="http://schemas.microsoft.com/office/drawing/2010/main" val="0"/>
              </a:ext>
            </a:extLst>
          </a:blip>
          <a:srcRect l="-405" t="11391" r="405" b="16606"/>
          <a:stretch>
            <a:fillRect/>
          </a:stretch>
        </p:blipFill>
        <p:spPr bwMode="auto">
          <a:xfrm>
            <a:off x="6875394" y="1818004"/>
            <a:ext cx="3434398" cy="4395831"/>
          </a:xfrm>
          <a:prstGeom prst="rect">
            <a:avLst/>
          </a:prstGeom>
          <a:noFill/>
          <a:ln>
            <a:noFill/>
          </a:ln>
          <a:extLst>
            <a:ext uri="{53640926-AAD7-44D8-BBD7-CCE9431645EC}">
              <a14:shadowObscured xmlns:a14="http://schemas.microsoft.com/office/drawing/2010/main"/>
            </a:ext>
          </a:extLst>
        </p:spPr>
      </p:pic>
      <p:sp>
        <p:nvSpPr>
          <p:cNvPr id="10" name="Rectangle 9">
            <a:extLst>
              <a:ext uri="{FF2B5EF4-FFF2-40B4-BE49-F238E27FC236}">
                <a16:creationId xmlns:a16="http://schemas.microsoft.com/office/drawing/2014/main" id="{A2B26EAA-CF0D-A108-88FF-BA4D5EF45D15}"/>
              </a:ext>
            </a:extLst>
          </p:cNvPr>
          <p:cNvSpPr/>
          <p:nvPr/>
        </p:nvSpPr>
        <p:spPr>
          <a:xfrm>
            <a:off x="6875394" y="1818004"/>
            <a:ext cx="3434398" cy="4395831"/>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659803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9FFF9-9A18-7F2F-3488-C797FF1DAB40}"/>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CAA29DC8-5339-9C73-AD1A-DBD17A1EB1B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B4CAC792-1EB2-FEDE-0785-918E918845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909DE259-266C-FF58-5D6B-0618CC641437}"/>
              </a:ext>
            </a:extLst>
          </p:cNvPr>
          <p:cNvSpPr txBox="1"/>
          <p:nvPr/>
        </p:nvSpPr>
        <p:spPr>
          <a:xfrm>
            <a:off x="11560629" y="6487886"/>
            <a:ext cx="558258" cy="369332"/>
          </a:xfrm>
          <a:prstGeom prst="rect">
            <a:avLst/>
          </a:prstGeom>
          <a:noFill/>
        </p:spPr>
        <p:txBody>
          <a:bodyPr wrap="square" rtlCol="0">
            <a:spAutoFit/>
          </a:bodyPr>
          <a:lstStyle/>
          <a:p>
            <a:r>
              <a:rPr lang="fr-FR" b="1" dirty="0">
                <a:solidFill>
                  <a:schemeClr val="bg2">
                    <a:lumMod val="50000"/>
                  </a:schemeClr>
                </a:solidFill>
              </a:rPr>
              <a:t>22</a:t>
            </a:r>
            <a:endParaRPr lang="en-US" b="1" dirty="0">
              <a:solidFill>
                <a:schemeClr val="bg2">
                  <a:lumMod val="50000"/>
                </a:schemeClr>
              </a:solidFill>
            </a:endParaRPr>
          </a:p>
        </p:txBody>
      </p:sp>
      <p:sp>
        <p:nvSpPr>
          <p:cNvPr id="8" name="ZoneTexte 7">
            <a:extLst>
              <a:ext uri="{FF2B5EF4-FFF2-40B4-BE49-F238E27FC236}">
                <a16:creationId xmlns:a16="http://schemas.microsoft.com/office/drawing/2014/main" id="{E0C6F303-364E-B053-7D2B-933A5BED2144}"/>
              </a:ext>
            </a:extLst>
          </p:cNvPr>
          <p:cNvSpPr txBox="1"/>
          <p:nvPr/>
        </p:nvSpPr>
        <p:spPr>
          <a:xfrm>
            <a:off x="4839652" y="1679317"/>
            <a:ext cx="3148648" cy="367546"/>
          </a:xfrm>
          <a:prstGeom prst="rect">
            <a:avLst/>
          </a:prstGeom>
          <a:noFill/>
        </p:spPr>
        <p:txBody>
          <a:bodyPr wrap="square">
            <a:spAutoFit/>
          </a:bodyPr>
          <a:lstStyle/>
          <a:p>
            <a:r>
              <a:rPr lang="fr-FR" sz="1800" b="1" u="sng" kern="0" dirty="0" smtClean="0">
                <a:effectLst/>
                <a:latin typeface="Aptos" panose="020B0004020202020204" pitchFamily="34" charset="0"/>
                <a:ea typeface="Aptos" panose="020B0004020202020204" pitchFamily="34" charset="0"/>
                <a:cs typeface="Times New Roman" panose="02020603050405020304" pitchFamily="18" charset="0"/>
              </a:rPr>
              <a:t>« Main </a:t>
            </a:r>
            <a:r>
              <a:rPr lang="fr-FR" sz="1800" b="1" u="sng" kern="0" dirty="0" err="1" smtClean="0">
                <a:effectLst/>
                <a:latin typeface="Aptos" panose="020B0004020202020204" pitchFamily="34" charset="0"/>
                <a:ea typeface="Aptos" panose="020B0004020202020204" pitchFamily="34" charset="0"/>
                <a:cs typeface="Times New Roman" panose="02020603050405020304" pitchFamily="18" charset="0"/>
              </a:rPr>
              <a:t>Filter</a:t>
            </a:r>
            <a:r>
              <a:rPr lang="fr-FR" sz="1800" b="1" u="sng" kern="0" dirty="0" smtClean="0">
                <a:effectLst/>
                <a:latin typeface="Aptos" panose="020B0004020202020204" pitchFamily="34" charset="0"/>
                <a:ea typeface="Aptos" panose="020B0004020202020204" pitchFamily="34" charset="0"/>
                <a:cs typeface="Times New Roman" panose="02020603050405020304" pitchFamily="18" charset="0"/>
              </a:rPr>
              <a:t> » </a:t>
            </a:r>
            <a:r>
              <a:rPr lang="fr-FR" sz="1800" b="1" u="sng" kern="0" dirty="0">
                <a:effectLst/>
                <a:latin typeface="Aptos" panose="020B0004020202020204" pitchFamily="34" charset="0"/>
                <a:ea typeface="Aptos" panose="020B0004020202020204" pitchFamily="34" charset="0"/>
                <a:cs typeface="Times New Roman" panose="02020603050405020304" pitchFamily="18" charset="0"/>
              </a:rPr>
              <a:t>de </a:t>
            </a:r>
            <a:r>
              <a:rPr lang="fr-FR" sz="1800" b="1" u="sng" kern="0" dirty="0" err="1">
                <a:effectLst/>
                <a:latin typeface="Aptos" panose="020B0004020202020204" pitchFamily="34" charset="0"/>
                <a:ea typeface="Aptos" panose="020B0004020202020204" pitchFamily="34" charset="0"/>
                <a:cs typeface="Times New Roman" panose="02020603050405020304" pitchFamily="18" charset="0"/>
              </a:rPr>
              <a:t>Gearbox</a:t>
            </a:r>
            <a:r>
              <a:rPr lang="fr-FR" sz="1800" b="1" u="sng" kern="0" dirty="0">
                <a:effectLst/>
                <a:latin typeface="Aptos" panose="020B0004020202020204" pitchFamily="34" charset="0"/>
                <a:ea typeface="Aptos" panose="020B0004020202020204" pitchFamily="34" charset="0"/>
                <a:cs typeface="Times New Roman" panose="02020603050405020304" pitchFamily="18" charset="0"/>
              </a:rPr>
              <a:t> </a:t>
            </a:r>
            <a:endParaRPr lang="en-US" b="1" u="sng" dirty="0"/>
          </a:p>
        </p:txBody>
      </p:sp>
      <p:sp>
        <p:nvSpPr>
          <p:cNvPr id="10" name="ZoneTexte 9">
            <a:extLst>
              <a:ext uri="{FF2B5EF4-FFF2-40B4-BE49-F238E27FC236}">
                <a16:creationId xmlns:a16="http://schemas.microsoft.com/office/drawing/2014/main" id="{FF606EDB-1FB7-0CB3-1848-C8E940E462D2}"/>
              </a:ext>
            </a:extLst>
          </p:cNvPr>
          <p:cNvSpPr txBox="1"/>
          <p:nvPr/>
        </p:nvSpPr>
        <p:spPr>
          <a:xfrm>
            <a:off x="5526496" y="3308025"/>
            <a:ext cx="6132194" cy="981423"/>
          </a:xfrm>
          <a:prstGeom prst="rect">
            <a:avLst/>
          </a:prstGeom>
          <a:noFill/>
        </p:spPr>
        <p:txBody>
          <a:bodyPr wrap="square">
            <a:spAutoFit/>
          </a:bodyPr>
          <a:lstStyle/>
          <a:p>
            <a:pPr marL="342900" lvl="0" indent="-342900">
              <a:lnSpc>
                <a:spcPct val="107000"/>
              </a:lnSpc>
              <a:buFont typeface="Calibri" panose="020F0502020204030204" pitchFamily="34" charset="0"/>
              <a:buChar char="-"/>
            </a:pPr>
            <a:r>
              <a:rPr lang="fr-FR" sz="1800" dirty="0">
                <a:effectLst/>
                <a:latin typeface="Aptos" panose="020B0004020202020204" pitchFamily="34" charset="0"/>
                <a:ea typeface="Aptos" panose="020B0004020202020204" pitchFamily="34" charset="0"/>
                <a:cs typeface="Times New Roman" panose="02020603050405020304" pitchFamily="18" charset="0"/>
              </a:rPr>
              <a:t>Remise à niveau d’huile.</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Calibri" panose="020F0502020204030204" pitchFamily="34" charset="0"/>
              <a:buChar char="-"/>
            </a:pPr>
            <a:r>
              <a:rPr lang="fr-FR" sz="1800" dirty="0">
                <a:effectLst/>
                <a:latin typeface="Aptos" panose="020B0004020202020204" pitchFamily="34" charset="0"/>
                <a:ea typeface="Aptos" panose="020B0004020202020204" pitchFamily="34" charset="0"/>
                <a:cs typeface="Times New Roman" panose="02020603050405020304" pitchFamily="18" charset="0"/>
              </a:rPr>
              <a:t>Changement du </a:t>
            </a:r>
            <a:r>
              <a:rPr lang="fr-FR" sz="1800" dirty="0" smtClean="0">
                <a:effectLst/>
                <a:latin typeface="Aptos" panose="020B0004020202020204" pitchFamily="34" charset="0"/>
                <a:ea typeface="Aptos" panose="020B0004020202020204" pitchFamily="34" charset="0"/>
                <a:cs typeface="Times New Roman" panose="02020603050405020304" pitchFamily="18" charset="0"/>
              </a:rPr>
              <a:t>« Main </a:t>
            </a:r>
            <a:r>
              <a:rPr lang="fr-FR" sz="1800" dirty="0" err="1" smtClean="0">
                <a:effectLst/>
                <a:latin typeface="Aptos" panose="020B0004020202020204" pitchFamily="34" charset="0"/>
                <a:ea typeface="Aptos" panose="020B0004020202020204" pitchFamily="34" charset="0"/>
                <a:cs typeface="Times New Roman" panose="02020603050405020304" pitchFamily="18" charset="0"/>
              </a:rPr>
              <a:t>filter</a:t>
            </a:r>
            <a:r>
              <a:rPr lang="fr-FR" sz="1800" dirty="0" smtClean="0">
                <a:effectLst/>
                <a:latin typeface="Aptos" panose="020B0004020202020204" pitchFamily="34" charset="0"/>
                <a:ea typeface="Aptos" panose="020B0004020202020204" pitchFamily="34" charset="0"/>
                <a:cs typeface="Times New Roman" panose="02020603050405020304" pitchFamily="18" charset="0"/>
              </a:rPr>
              <a:t> ».</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Calibri" panose="020F0502020204030204" pitchFamily="34" charset="0"/>
              <a:buChar char="-"/>
            </a:pPr>
            <a:r>
              <a:rPr lang="fr-FR" sz="1800" dirty="0">
                <a:effectLst/>
                <a:latin typeface="Aptos" panose="020B0004020202020204" pitchFamily="34" charset="0"/>
                <a:ea typeface="Aptos" panose="020B0004020202020204" pitchFamily="34" charset="0"/>
                <a:cs typeface="Times New Roman" panose="02020603050405020304" pitchFamily="18" charset="0"/>
              </a:rPr>
              <a:t>Prélèvement d’huile pour analyse.</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 name="Image 1">
            <a:extLst>
              <a:ext uri="{FF2B5EF4-FFF2-40B4-BE49-F238E27FC236}">
                <a16:creationId xmlns:a16="http://schemas.microsoft.com/office/drawing/2014/main" id="{24081DD5-ACBF-945C-59D0-91B5839A0A2E}"/>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7" name="Image 6">
            <a:extLst>
              <a:ext uri="{FF2B5EF4-FFF2-40B4-BE49-F238E27FC236}">
                <a16:creationId xmlns:a16="http://schemas.microsoft.com/office/drawing/2014/main" id="{8E2B5C7F-6BBE-08D5-839E-BA8FBACD9AB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9" name="Image 8">
            <a:extLst>
              <a:ext uri="{FF2B5EF4-FFF2-40B4-BE49-F238E27FC236}">
                <a16:creationId xmlns:a16="http://schemas.microsoft.com/office/drawing/2014/main" id="{669774D9-DFF7-431E-E97E-12F8422F2F23}"/>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12" name="Image 11">
            <a:extLst>
              <a:ext uri="{FF2B5EF4-FFF2-40B4-BE49-F238E27FC236}">
                <a16:creationId xmlns:a16="http://schemas.microsoft.com/office/drawing/2014/main" id="{ADEEC25D-7F77-ED13-CD63-7F210704A386}"/>
              </a:ext>
            </a:extLst>
          </p:cNvPr>
          <p:cNvPicPr>
            <a:picLocks noChangeAspect="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13" name="Rectangle 12">
            <a:extLst>
              <a:ext uri="{FF2B5EF4-FFF2-40B4-BE49-F238E27FC236}">
                <a16:creationId xmlns:a16="http://schemas.microsoft.com/office/drawing/2014/main" id="{C6EECC14-7E09-CD69-EF5E-A95C6C30190B}"/>
              </a:ext>
            </a:extLst>
          </p:cNvPr>
          <p:cNvSpPr/>
          <p:nvPr/>
        </p:nvSpPr>
        <p:spPr>
          <a:xfrm>
            <a:off x="308343" y="6044231"/>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 2">
            <a:extLst>
              <a:ext uri="{FF2B5EF4-FFF2-40B4-BE49-F238E27FC236}">
                <a16:creationId xmlns:a16="http://schemas.microsoft.com/office/drawing/2014/main" id="{42B8EA69-8A23-9BA9-5D9E-C98A9D69C7AA}"/>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288279" y="2200454"/>
            <a:ext cx="2962593" cy="3950649"/>
          </a:xfrm>
          <a:prstGeom prst="rect">
            <a:avLst/>
          </a:prstGeom>
          <a:noFill/>
          <a:ln>
            <a:noFill/>
          </a:ln>
        </p:spPr>
      </p:pic>
      <p:sp>
        <p:nvSpPr>
          <p:cNvPr id="11" name="Rectangle 10">
            <a:extLst>
              <a:ext uri="{FF2B5EF4-FFF2-40B4-BE49-F238E27FC236}">
                <a16:creationId xmlns:a16="http://schemas.microsoft.com/office/drawing/2014/main" id="{F83CA8A6-CA82-BEBC-E749-C52A547F808A}"/>
              </a:ext>
            </a:extLst>
          </p:cNvPr>
          <p:cNvSpPr/>
          <p:nvPr/>
        </p:nvSpPr>
        <p:spPr>
          <a:xfrm>
            <a:off x="1300797" y="2200455"/>
            <a:ext cx="2962593" cy="3950649"/>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Image 13"/>
          <p:cNvPicPr>
            <a:picLocks noChangeAspect="1"/>
          </p:cNvPicPr>
          <p:nvPr/>
        </p:nvPicPr>
        <p:blipFill>
          <a:blip r:embed="rId9"/>
          <a:stretch>
            <a:fillRect/>
          </a:stretch>
        </p:blipFill>
        <p:spPr>
          <a:xfrm>
            <a:off x="1429059" y="2170986"/>
            <a:ext cx="1050954" cy="683254"/>
          </a:xfrm>
          <a:prstGeom prst="rect">
            <a:avLst/>
          </a:prstGeom>
        </p:spPr>
      </p:pic>
    </p:spTree>
    <p:extLst>
      <p:ext uri="{BB962C8B-B14F-4D97-AF65-F5344CB8AC3E}">
        <p14:creationId xmlns:p14="http://schemas.microsoft.com/office/powerpoint/2010/main" val="12739114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DF1E5-C3AA-E0B7-6350-50C025066F43}"/>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460A50A0-F4F0-B4C7-2E92-2C13ECC1A45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84D9CE8A-9E1A-6FFD-948C-EEE11C8554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75C52153-BC31-387F-28BE-B41C8BB1F817}"/>
              </a:ext>
            </a:extLst>
          </p:cNvPr>
          <p:cNvSpPr txBox="1"/>
          <p:nvPr/>
        </p:nvSpPr>
        <p:spPr>
          <a:xfrm>
            <a:off x="11560629" y="6487886"/>
            <a:ext cx="631371" cy="369332"/>
          </a:xfrm>
          <a:prstGeom prst="rect">
            <a:avLst/>
          </a:prstGeom>
          <a:noFill/>
        </p:spPr>
        <p:txBody>
          <a:bodyPr wrap="square" rtlCol="0">
            <a:spAutoFit/>
          </a:bodyPr>
          <a:lstStyle/>
          <a:p>
            <a:r>
              <a:rPr lang="fr-FR" b="1" dirty="0">
                <a:solidFill>
                  <a:schemeClr val="bg2">
                    <a:lumMod val="50000"/>
                  </a:schemeClr>
                </a:solidFill>
              </a:rPr>
              <a:t>23</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5583B21D-4206-DAB1-86F3-8A15936D10D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12711" y="1949450"/>
            <a:ext cx="3022282" cy="4029709"/>
          </a:xfrm>
          <a:prstGeom prst="rect">
            <a:avLst/>
          </a:prstGeom>
          <a:noFill/>
          <a:ln>
            <a:noFill/>
          </a:ln>
        </p:spPr>
      </p:pic>
      <p:sp>
        <p:nvSpPr>
          <p:cNvPr id="7" name="ZoneTexte 6">
            <a:extLst>
              <a:ext uri="{FF2B5EF4-FFF2-40B4-BE49-F238E27FC236}">
                <a16:creationId xmlns:a16="http://schemas.microsoft.com/office/drawing/2014/main" id="{DD871B68-EE0D-E889-AD6A-8D6320A1128C}"/>
              </a:ext>
            </a:extLst>
          </p:cNvPr>
          <p:cNvSpPr txBox="1"/>
          <p:nvPr/>
        </p:nvSpPr>
        <p:spPr>
          <a:xfrm>
            <a:off x="631508" y="2885931"/>
            <a:ext cx="6132194" cy="2156744"/>
          </a:xfrm>
          <a:prstGeom prst="rect">
            <a:avLst/>
          </a:prstGeom>
          <a:noFill/>
        </p:spPr>
        <p:txBody>
          <a:bodyPr wrap="square">
            <a:spAutoFit/>
          </a:bodyPr>
          <a:lstStyle/>
          <a:p>
            <a:pPr marL="342900" lvl="0" indent="-342900">
              <a:lnSpc>
                <a:spcPct val="107000"/>
              </a:lnSpc>
              <a:buFont typeface="Calibri" panose="020F0502020204030204" pitchFamily="34" charset="0"/>
              <a:buChar char="-"/>
            </a:pPr>
            <a:r>
              <a:rPr lang="fr-FR" sz="1800" dirty="0">
                <a:effectLst/>
                <a:latin typeface="Aptos" panose="020B0004020202020204" pitchFamily="34" charset="0"/>
                <a:ea typeface="Aptos" panose="020B0004020202020204" pitchFamily="34" charset="0"/>
                <a:cs typeface="Times New Roman" panose="02020603050405020304" pitchFamily="18" charset="0"/>
              </a:rPr>
              <a:t>Les 3 capots du slip ring de la génératrice sont ouverts et une V.A.T est effectuée.</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Calibri" panose="020F0502020204030204" pitchFamily="34" charset="0"/>
              <a:buChar char="-"/>
            </a:pPr>
            <a:r>
              <a:rPr lang="fr-FR" sz="1800" dirty="0">
                <a:effectLst/>
                <a:latin typeface="Aptos" panose="020B0004020202020204" pitchFamily="34" charset="0"/>
                <a:ea typeface="Aptos" panose="020B0004020202020204" pitchFamily="34" charset="0"/>
                <a:cs typeface="Times New Roman" panose="02020603050405020304" pitchFamily="18" charset="0"/>
              </a:rPr>
              <a:t>Pour le nettoyage de la génératrice, le masque est obligatoire.</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Calibri" panose="020F0502020204030204" pitchFamily="34" charset="0"/>
              <a:buChar char="-"/>
            </a:pPr>
            <a:r>
              <a:rPr lang="fr-FR" sz="1800" dirty="0">
                <a:effectLst/>
                <a:latin typeface="Aptos" panose="020B0004020202020204" pitchFamily="34" charset="0"/>
                <a:ea typeface="Aptos" panose="020B0004020202020204" pitchFamily="34" charset="0"/>
                <a:cs typeface="Times New Roman" panose="02020603050405020304" pitchFamily="18" charset="0"/>
              </a:rPr>
              <a:t>Le slip ring est entièrement nettoyé.</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Calibri" panose="020F0502020204030204" pitchFamily="34" charset="0"/>
              <a:buChar char="-"/>
            </a:pPr>
            <a:r>
              <a:rPr lang="fr-FR" sz="1800" dirty="0">
                <a:effectLst/>
                <a:latin typeface="Aptos" panose="020B0004020202020204" pitchFamily="34" charset="0"/>
                <a:ea typeface="Aptos" panose="020B0004020202020204" pitchFamily="34" charset="0"/>
                <a:cs typeface="Times New Roman" panose="02020603050405020304" pitchFamily="18" charset="0"/>
              </a:rPr>
              <a:t>Les charbons sont vérifiés et changés si nécessaire.</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Calibri" panose="020F0502020204030204" pitchFamily="34" charset="0"/>
              <a:buChar char="-"/>
            </a:pPr>
            <a:r>
              <a:rPr lang="fr-FR" sz="1800" dirty="0">
                <a:effectLst/>
                <a:latin typeface="Aptos" panose="020B0004020202020204" pitchFamily="34" charset="0"/>
                <a:ea typeface="Aptos" panose="020B0004020202020204" pitchFamily="34" charset="0"/>
                <a:cs typeface="Times New Roman" panose="02020603050405020304" pitchFamily="18" charset="0"/>
              </a:rPr>
              <a:t>Les filtres sont changés.</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ZoneTexte 7">
            <a:extLst>
              <a:ext uri="{FF2B5EF4-FFF2-40B4-BE49-F238E27FC236}">
                <a16:creationId xmlns:a16="http://schemas.microsoft.com/office/drawing/2014/main" id="{0877380B-5414-7721-3060-B186423695D9}"/>
              </a:ext>
            </a:extLst>
          </p:cNvPr>
          <p:cNvSpPr txBox="1"/>
          <p:nvPr/>
        </p:nvSpPr>
        <p:spPr>
          <a:xfrm>
            <a:off x="4839652" y="1679317"/>
            <a:ext cx="2512696" cy="367546"/>
          </a:xfrm>
          <a:prstGeom prst="rect">
            <a:avLst/>
          </a:prstGeom>
          <a:noFill/>
        </p:spPr>
        <p:txBody>
          <a:bodyPr wrap="square">
            <a:spAutoFit/>
          </a:bodyPr>
          <a:lstStyle/>
          <a:p>
            <a:r>
              <a:rPr lang="fr-FR" b="1" u="sng" kern="0" dirty="0">
                <a:latin typeface="Aptos" panose="020B0004020202020204" pitchFamily="34" charset="0"/>
                <a:ea typeface="Aptos" panose="020B0004020202020204" pitchFamily="34" charset="0"/>
                <a:cs typeface="Times New Roman" panose="02020603050405020304" pitchFamily="18" charset="0"/>
              </a:rPr>
              <a:t>Slip ring génératrice</a:t>
            </a:r>
            <a:r>
              <a:rPr lang="fr-FR" sz="1800" b="1" u="sng" kern="0" dirty="0">
                <a:effectLst/>
                <a:latin typeface="Aptos" panose="020B0004020202020204" pitchFamily="34" charset="0"/>
                <a:ea typeface="Aptos" panose="020B0004020202020204" pitchFamily="34" charset="0"/>
                <a:cs typeface="Times New Roman" panose="02020603050405020304" pitchFamily="18" charset="0"/>
              </a:rPr>
              <a:t> </a:t>
            </a:r>
            <a:endParaRPr lang="en-US" b="1" u="sng" dirty="0"/>
          </a:p>
        </p:txBody>
      </p:sp>
      <p:sp>
        <p:nvSpPr>
          <p:cNvPr id="9" name="Rectangle 8">
            <a:extLst>
              <a:ext uri="{FF2B5EF4-FFF2-40B4-BE49-F238E27FC236}">
                <a16:creationId xmlns:a16="http://schemas.microsoft.com/office/drawing/2014/main" id="{D36F462A-0305-26C6-62FB-DE562B9F1A7E}"/>
              </a:ext>
            </a:extLst>
          </p:cNvPr>
          <p:cNvSpPr/>
          <p:nvPr/>
        </p:nvSpPr>
        <p:spPr>
          <a:xfrm>
            <a:off x="7687311" y="1938079"/>
            <a:ext cx="3022282" cy="4041080"/>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 2">
            <a:extLst>
              <a:ext uri="{FF2B5EF4-FFF2-40B4-BE49-F238E27FC236}">
                <a16:creationId xmlns:a16="http://schemas.microsoft.com/office/drawing/2014/main" id="{A4BE2419-BF2F-D200-CAFE-59735D874805}"/>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10" name="Image 9">
            <a:extLst>
              <a:ext uri="{FF2B5EF4-FFF2-40B4-BE49-F238E27FC236}">
                <a16:creationId xmlns:a16="http://schemas.microsoft.com/office/drawing/2014/main" id="{6BBA8188-900B-3568-02AC-E6C8742347B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11" name="Image 10">
            <a:extLst>
              <a:ext uri="{FF2B5EF4-FFF2-40B4-BE49-F238E27FC236}">
                <a16:creationId xmlns:a16="http://schemas.microsoft.com/office/drawing/2014/main" id="{DB2239F8-3AEB-299E-5F6E-4172DB2CB16A}"/>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12" name="Image 11">
            <a:extLst>
              <a:ext uri="{FF2B5EF4-FFF2-40B4-BE49-F238E27FC236}">
                <a16:creationId xmlns:a16="http://schemas.microsoft.com/office/drawing/2014/main" id="{0CE896AC-B059-05F9-BF1F-E705D9AFF0C7}"/>
              </a:ext>
            </a:extLst>
          </p:cNvPr>
          <p:cNvPicPr>
            <a:picLocks noChangeAspect="1"/>
          </p:cNvPicPr>
          <p:nvPr/>
        </p:nvPicPr>
        <p:blipFill>
          <a:blip r:embed="rId8"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13" name="Rectangle 12">
            <a:extLst>
              <a:ext uri="{FF2B5EF4-FFF2-40B4-BE49-F238E27FC236}">
                <a16:creationId xmlns:a16="http://schemas.microsoft.com/office/drawing/2014/main" id="{86D6174A-CF0F-450F-4FA5-FDC38FBA3046}"/>
              </a:ext>
            </a:extLst>
          </p:cNvPr>
          <p:cNvSpPr/>
          <p:nvPr/>
        </p:nvSpPr>
        <p:spPr>
          <a:xfrm>
            <a:off x="308343" y="6044232"/>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6001722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52FB7-F070-C380-308D-7494437CAF62}"/>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E759BEBE-C57B-140A-95EF-87A716619D4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DF4AEC49-D678-6B6E-57DD-E1491DC27D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9244031D-46B1-D9C2-A428-0ED2E78BC912}"/>
              </a:ext>
            </a:extLst>
          </p:cNvPr>
          <p:cNvSpPr txBox="1"/>
          <p:nvPr/>
        </p:nvSpPr>
        <p:spPr>
          <a:xfrm>
            <a:off x="11560629" y="6487886"/>
            <a:ext cx="668127" cy="369332"/>
          </a:xfrm>
          <a:prstGeom prst="rect">
            <a:avLst/>
          </a:prstGeom>
          <a:noFill/>
        </p:spPr>
        <p:txBody>
          <a:bodyPr wrap="square" rtlCol="0">
            <a:spAutoFit/>
          </a:bodyPr>
          <a:lstStyle/>
          <a:p>
            <a:r>
              <a:rPr lang="fr-FR" b="1" dirty="0">
                <a:solidFill>
                  <a:schemeClr val="bg2">
                    <a:lumMod val="50000"/>
                  </a:schemeClr>
                </a:solidFill>
              </a:rPr>
              <a:t>24</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5F7EC836-BC0F-BFCB-0E43-5AA43275A20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400" y="2426334"/>
            <a:ext cx="4662805" cy="3497645"/>
          </a:xfrm>
          <a:prstGeom prst="rect">
            <a:avLst/>
          </a:prstGeom>
          <a:noFill/>
          <a:ln>
            <a:noFill/>
          </a:ln>
        </p:spPr>
      </p:pic>
      <p:sp>
        <p:nvSpPr>
          <p:cNvPr id="7" name="ZoneTexte 6">
            <a:extLst>
              <a:ext uri="{FF2B5EF4-FFF2-40B4-BE49-F238E27FC236}">
                <a16:creationId xmlns:a16="http://schemas.microsoft.com/office/drawing/2014/main" id="{D4528379-960A-14D4-F32A-FE9C11744854}"/>
              </a:ext>
            </a:extLst>
          </p:cNvPr>
          <p:cNvSpPr txBox="1"/>
          <p:nvPr/>
        </p:nvSpPr>
        <p:spPr>
          <a:xfrm>
            <a:off x="6614797" y="3429000"/>
            <a:ext cx="6132194" cy="971292"/>
          </a:xfrm>
          <a:prstGeom prst="rect">
            <a:avLst/>
          </a:prstGeom>
          <a:noFill/>
        </p:spPr>
        <p:txBody>
          <a:bodyPr wrap="square">
            <a:spAutoFit/>
          </a:bodyPr>
          <a:lstStyle/>
          <a:p>
            <a:pPr marL="342900" lvl="0" indent="-342900">
              <a:lnSpc>
                <a:spcPct val="107000"/>
              </a:lnSpc>
              <a:buFont typeface="Calibri" panose="020F0502020204030204" pitchFamily="34" charset="0"/>
              <a:buChar char="-"/>
            </a:pPr>
            <a:r>
              <a:rPr lang="fr-FR" dirty="0">
                <a:latin typeface="Aptos" panose="020B0004020202020204" pitchFamily="34" charset="0"/>
                <a:ea typeface="Aptos" panose="020B0004020202020204" pitchFamily="34" charset="0"/>
                <a:cs typeface="Times New Roman" panose="02020603050405020304" pitchFamily="18" charset="0"/>
              </a:rPr>
              <a:t>Retirer la graisse </a:t>
            </a:r>
          </a:p>
          <a:p>
            <a:pPr marL="342900" lvl="0" indent="-342900">
              <a:lnSpc>
                <a:spcPct val="107000"/>
              </a:lnSpc>
              <a:buFont typeface="Calibri" panose="020F0502020204030204" pitchFamily="34" charset="0"/>
              <a:buChar char="-"/>
            </a:pPr>
            <a:r>
              <a:rPr lang="fr-FR" dirty="0">
                <a:effectLst/>
                <a:latin typeface="Aptos" panose="020B0004020202020204" pitchFamily="34" charset="0"/>
                <a:ea typeface="Aptos" panose="020B0004020202020204" pitchFamily="34" charset="0"/>
                <a:cs typeface="Times New Roman" panose="02020603050405020304" pitchFamily="18" charset="0"/>
              </a:rPr>
              <a:t>Tester encodeur </a:t>
            </a:r>
          </a:p>
          <a:p>
            <a:pPr marL="342900" lvl="0" indent="-342900">
              <a:lnSpc>
                <a:spcPct val="107000"/>
              </a:lnSpc>
              <a:buFont typeface="Calibri" panose="020F0502020204030204" pitchFamily="34" charset="0"/>
              <a:buChar char="-"/>
            </a:pPr>
            <a:r>
              <a:rPr lang="fr-FR" dirty="0">
                <a:latin typeface="Aptos" panose="020B0004020202020204" pitchFamily="34" charset="0"/>
                <a:ea typeface="Aptos" panose="020B0004020202020204" pitchFamily="34" charset="0"/>
                <a:cs typeface="Times New Roman" panose="02020603050405020304" pitchFamily="18" charset="0"/>
              </a:rPr>
              <a:t>Remplir A.L.U. de Yaw</a:t>
            </a:r>
            <a:endParaRPr lang="en-US"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ZoneTexte 7">
            <a:extLst>
              <a:ext uri="{FF2B5EF4-FFF2-40B4-BE49-F238E27FC236}">
                <a16:creationId xmlns:a16="http://schemas.microsoft.com/office/drawing/2014/main" id="{A4EB6E17-8B7B-D486-F374-EF8CCE857230}"/>
              </a:ext>
            </a:extLst>
          </p:cNvPr>
          <p:cNvSpPr txBox="1"/>
          <p:nvPr/>
        </p:nvSpPr>
        <p:spPr>
          <a:xfrm>
            <a:off x="4839652" y="1679317"/>
            <a:ext cx="2512696" cy="367546"/>
          </a:xfrm>
          <a:prstGeom prst="rect">
            <a:avLst/>
          </a:prstGeom>
          <a:noFill/>
        </p:spPr>
        <p:txBody>
          <a:bodyPr wrap="square">
            <a:spAutoFit/>
          </a:bodyPr>
          <a:lstStyle/>
          <a:p>
            <a:r>
              <a:rPr lang="fr-FR" sz="1800" b="1" u="sng" kern="0" dirty="0">
                <a:effectLst/>
                <a:latin typeface="Aptos" panose="020B0004020202020204" pitchFamily="34" charset="0"/>
                <a:ea typeface="Aptos" panose="020B0004020202020204" pitchFamily="34" charset="0"/>
                <a:cs typeface="Times New Roman" panose="02020603050405020304" pitchFamily="18" charset="0"/>
              </a:rPr>
              <a:t>Couronne de </a:t>
            </a:r>
            <a:r>
              <a:rPr lang="fr-FR" sz="1800" b="1" u="sng" kern="0" dirty="0" err="1">
                <a:effectLst/>
                <a:latin typeface="Aptos" panose="020B0004020202020204" pitchFamily="34" charset="0"/>
                <a:ea typeface="Aptos" panose="020B0004020202020204" pitchFamily="34" charset="0"/>
                <a:cs typeface="Times New Roman" panose="02020603050405020304" pitchFamily="18" charset="0"/>
              </a:rPr>
              <a:t>Yaw</a:t>
            </a:r>
            <a:endParaRPr lang="en-US" b="1" u="sng" dirty="0"/>
          </a:p>
        </p:txBody>
      </p:sp>
      <p:sp>
        <p:nvSpPr>
          <p:cNvPr id="9" name="Rectangle 8">
            <a:extLst>
              <a:ext uri="{FF2B5EF4-FFF2-40B4-BE49-F238E27FC236}">
                <a16:creationId xmlns:a16="http://schemas.microsoft.com/office/drawing/2014/main" id="{438035E5-5259-02F6-8A02-39DA945FFB56}"/>
              </a:ext>
            </a:extLst>
          </p:cNvPr>
          <p:cNvSpPr/>
          <p:nvPr/>
        </p:nvSpPr>
        <p:spPr>
          <a:xfrm>
            <a:off x="914399" y="2426334"/>
            <a:ext cx="4662805" cy="3497645"/>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 2">
            <a:extLst>
              <a:ext uri="{FF2B5EF4-FFF2-40B4-BE49-F238E27FC236}">
                <a16:creationId xmlns:a16="http://schemas.microsoft.com/office/drawing/2014/main" id="{95907989-ACC4-51B6-7501-3B243ACD74C0}"/>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10" name="Image 9">
            <a:extLst>
              <a:ext uri="{FF2B5EF4-FFF2-40B4-BE49-F238E27FC236}">
                <a16:creationId xmlns:a16="http://schemas.microsoft.com/office/drawing/2014/main" id="{99089096-A4AC-DB5C-8EE1-8516F7BB25A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11" name="Image 10">
            <a:extLst>
              <a:ext uri="{FF2B5EF4-FFF2-40B4-BE49-F238E27FC236}">
                <a16:creationId xmlns:a16="http://schemas.microsoft.com/office/drawing/2014/main" id="{690F542E-BDB0-7659-970B-76E4DCDD81D9}"/>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12" name="Image 11">
            <a:extLst>
              <a:ext uri="{FF2B5EF4-FFF2-40B4-BE49-F238E27FC236}">
                <a16:creationId xmlns:a16="http://schemas.microsoft.com/office/drawing/2014/main" id="{8B28C6A4-2FAC-DA14-AD37-2CDD2B8228E0}"/>
              </a:ext>
            </a:extLst>
          </p:cNvPr>
          <p:cNvPicPr>
            <a:picLocks noChangeAspect="1"/>
          </p:cNvPicPr>
          <p:nvPr/>
        </p:nvPicPr>
        <p:blipFill>
          <a:blip r:embed="rId8"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13" name="Rectangle 12">
            <a:extLst>
              <a:ext uri="{FF2B5EF4-FFF2-40B4-BE49-F238E27FC236}">
                <a16:creationId xmlns:a16="http://schemas.microsoft.com/office/drawing/2014/main" id="{382EE4F5-E839-0134-AFB4-FF2B6F305400}"/>
              </a:ext>
            </a:extLst>
          </p:cNvPr>
          <p:cNvSpPr/>
          <p:nvPr/>
        </p:nvSpPr>
        <p:spPr>
          <a:xfrm>
            <a:off x="198474" y="6044232"/>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426648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E9ED1-600D-A273-AC16-5C96985FC2A1}"/>
            </a:ext>
          </a:extLst>
        </p:cNvPr>
        <p:cNvGrpSpPr/>
        <p:nvPr/>
      </p:nvGrpSpPr>
      <p:grpSpPr>
        <a:xfrm>
          <a:off x="0" y="0"/>
          <a:ext cx="0" cy="0"/>
          <a:chOff x="0" y="0"/>
          <a:chExt cx="0" cy="0"/>
        </a:xfrm>
      </p:grpSpPr>
      <p:pic>
        <p:nvPicPr>
          <p:cNvPr id="12" name="Image 11">
            <a:extLst>
              <a:ext uri="{FF2B5EF4-FFF2-40B4-BE49-F238E27FC236}">
                <a16:creationId xmlns:a16="http://schemas.microsoft.com/office/drawing/2014/main" id="{EB957468-6A1C-75C0-598B-2E0A9D14AD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13" name="Image 12">
            <a:extLst>
              <a:ext uri="{FF2B5EF4-FFF2-40B4-BE49-F238E27FC236}">
                <a16:creationId xmlns:a16="http://schemas.microsoft.com/office/drawing/2014/main" id="{2C13FA75-DDAF-8943-3E9D-BF44A4FA2A4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14" name="Image 13">
            <a:extLst>
              <a:ext uri="{FF2B5EF4-FFF2-40B4-BE49-F238E27FC236}">
                <a16:creationId xmlns:a16="http://schemas.microsoft.com/office/drawing/2014/main" id="{E0049D13-BD5D-7D81-A60F-36427DDFF60E}"/>
              </a:ext>
            </a:extLst>
          </p:cNvPr>
          <p:cNvPicPr>
            <a:picLocks noChangeAspect="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pic>
        <p:nvPicPr>
          <p:cNvPr id="4" name="Image 3">
            <a:extLst>
              <a:ext uri="{FF2B5EF4-FFF2-40B4-BE49-F238E27FC236}">
                <a16:creationId xmlns:a16="http://schemas.microsoft.com/office/drawing/2014/main" id="{4E0EFCBC-5FC6-89B6-1473-6DCD5E11D4E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C29DB34C-9A2D-763D-C2D3-A521004BFBA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E8810A60-D026-31F5-48B0-78ADAFBFF9EB}"/>
              </a:ext>
            </a:extLst>
          </p:cNvPr>
          <p:cNvSpPr txBox="1"/>
          <p:nvPr/>
        </p:nvSpPr>
        <p:spPr>
          <a:xfrm>
            <a:off x="11560629" y="6487886"/>
            <a:ext cx="671221" cy="369332"/>
          </a:xfrm>
          <a:prstGeom prst="rect">
            <a:avLst/>
          </a:prstGeom>
          <a:noFill/>
        </p:spPr>
        <p:txBody>
          <a:bodyPr wrap="square" rtlCol="0">
            <a:spAutoFit/>
          </a:bodyPr>
          <a:lstStyle/>
          <a:p>
            <a:r>
              <a:rPr lang="fr-FR" b="1" dirty="0">
                <a:solidFill>
                  <a:schemeClr val="bg2">
                    <a:lumMod val="50000"/>
                  </a:schemeClr>
                </a:solidFill>
              </a:rPr>
              <a:t>25</a:t>
            </a:r>
            <a:endParaRPr lang="en-US" b="1" dirty="0">
              <a:solidFill>
                <a:schemeClr val="bg2">
                  <a:lumMod val="50000"/>
                </a:schemeClr>
              </a:solidFill>
            </a:endParaRPr>
          </a:p>
        </p:txBody>
      </p:sp>
      <p:sp>
        <p:nvSpPr>
          <p:cNvPr id="2" name="ZoneTexte 1">
            <a:extLst>
              <a:ext uri="{FF2B5EF4-FFF2-40B4-BE49-F238E27FC236}">
                <a16:creationId xmlns:a16="http://schemas.microsoft.com/office/drawing/2014/main" id="{9BA43CFB-A677-2443-F6E9-F62E1E47FA0D}"/>
              </a:ext>
            </a:extLst>
          </p:cNvPr>
          <p:cNvSpPr txBox="1"/>
          <p:nvPr/>
        </p:nvSpPr>
        <p:spPr>
          <a:xfrm>
            <a:off x="4976815" y="2822379"/>
            <a:ext cx="6132194" cy="971292"/>
          </a:xfrm>
          <a:prstGeom prst="rect">
            <a:avLst/>
          </a:prstGeom>
          <a:noFill/>
        </p:spPr>
        <p:txBody>
          <a:bodyPr wrap="square">
            <a:spAutoFit/>
          </a:bodyPr>
          <a:lstStyle/>
          <a:p>
            <a:pPr marL="342900" lvl="0" indent="-342900">
              <a:lnSpc>
                <a:spcPct val="107000"/>
              </a:lnSpc>
              <a:buFont typeface="Calibri" panose="020F0502020204030204" pitchFamily="34" charset="0"/>
              <a:buChar char="-"/>
            </a:pPr>
            <a:r>
              <a:rPr lang="fr-FR" dirty="0">
                <a:effectLst/>
                <a:latin typeface="Aptos" panose="020B0004020202020204" pitchFamily="34" charset="0"/>
                <a:ea typeface="Aptos" panose="020B0004020202020204" pitchFamily="34" charset="0"/>
                <a:cs typeface="Times New Roman" panose="02020603050405020304" pitchFamily="18" charset="0"/>
              </a:rPr>
              <a:t>Vérifier l’intérieur des armoires électriques</a:t>
            </a:r>
          </a:p>
          <a:p>
            <a:pPr marL="342900" lvl="0" indent="-342900">
              <a:lnSpc>
                <a:spcPct val="107000"/>
              </a:lnSpc>
              <a:buFont typeface="Calibri" panose="020F0502020204030204" pitchFamily="34" charset="0"/>
              <a:buChar char="-"/>
            </a:pPr>
            <a:r>
              <a:rPr lang="fr-FR" dirty="0">
                <a:latin typeface="Aptos" panose="020B0004020202020204" pitchFamily="34" charset="0"/>
                <a:ea typeface="Aptos" panose="020B0004020202020204" pitchFamily="34" charset="0"/>
                <a:cs typeface="Times New Roman" panose="02020603050405020304" pitchFamily="18" charset="0"/>
              </a:rPr>
              <a:t>Shunter ou intégrer des commandes pour vérifier</a:t>
            </a:r>
          </a:p>
          <a:p>
            <a:pPr marL="342900" lvl="0" indent="-342900">
              <a:lnSpc>
                <a:spcPct val="107000"/>
              </a:lnSpc>
              <a:buFont typeface="Calibri" panose="020F0502020204030204" pitchFamily="34" charset="0"/>
              <a:buChar char="-"/>
            </a:pPr>
            <a:r>
              <a:rPr lang="fr-FR" dirty="0">
                <a:effectLst/>
                <a:latin typeface="Aptos" panose="020B0004020202020204" pitchFamily="34" charset="0"/>
                <a:ea typeface="Aptos" panose="020B0004020202020204" pitchFamily="34" charset="0"/>
                <a:cs typeface="Times New Roman" panose="02020603050405020304" pitchFamily="18" charset="0"/>
              </a:rPr>
              <a:t>Remplacer batterie o</a:t>
            </a:r>
            <a:r>
              <a:rPr lang="fr-FR" dirty="0">
                <a:latin typeface="Aptos" panose="020B0004020202020204" pitchFamily="34" charset="0"/>
                <a:ea typeface="Aptos" panose="020B0004020202020204" pitchFamily="34" charset="0"/>
                <a:cs typeface="Times New Roman" panose="02020603050405020304" pitchFamily="18" charset="0"/>
              </a:rPr>
              <a:t>u condensateur si nécessaire</a:t>
            </a:r>
          </a:p>
        </p:txBody>
      </p:sp>
      <p:sp>
        <p:nvSpPr>
          <p:cNvPr id="3" name="ZoneTexte 2">
            <a:extLst>
              <a:ext uri="{FF2B5EF4-FFF2-40B4-BE49-F238E27FC236}">
                <a16:creationId xmlns:a16="http://schemas.microsoft.com/office/drawing/2014/main" id="{B9337A5B-3B23-748F-6CA9-4312318B5135}"/>
              </a:ext>
            </a:extLst>
          </p:cNvPr>
          <p:cNvSpPr txBox="1"/>
          <p:nvPr/>
        </p:nvSpPr>
        <p:spPr>
          <a:xfrm>
            <a:off x="4839652" y="1679317"/>
            <a:ext cx="2512696" cy="367546"/>
          </a:xfrm>
          <a:prstGeom prst="rect">
            <a:avLst/>
          </a:prstGeom>
          <a:noFill/>
        </p:spPr>
        <p:txBody>
          <a:bodyPr wrap="square">
            <a:spAutoFit/>
          </a:bodyPr>
          <a:lstStyle/>
          <a:p>
            <a:r>
              <a:rPr lang="fr-FR" b="1" u="sng" dirty="0"/>
              <a:t>Armoires électriques</a:t>
            </a:r>
            <a:endParaRPr lang="en-US" b="1" u="sng" dirty="0"/>
          </a:p>
        </p:txBody>
      </p:sp>
      <p:pic>
        <p:nvPicPr>
          <p:cNvPr id="11" name="Image 10">
            <a:extLst>
              <a:ext uri="{FF2B5EF4-FFF2-40B4-BE49-F238E27FC236}">
                <a16:creationId xmlns:a16="http://schemas.microsoft.com/office/drawing/2014/main" id="{B06BA2ED-04B1-22AA-42E9-D82E5CF7068A}"/>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sp>
        <p:nvSpPr>
          <p:cNvPr id="15" name="Rectangle 14">
            <a:extLst>
              <a:ext uri="{FF2B5EF4-FFF2-40B4-BE49-F238E27FC236}">
                <a16:creationId xmlns:a16="http://schemas.microsoft.com/office/drawing/2014/main" id="{A256FC07-4048-DA97-F6BB-501FE01A58DB}"/>
              </a:ext>
            </a:extLst>
          </p:cNvPr>
          <p:cNvSpPr/>
          <p:nvPr/>
        </p:nvSpPr>
        <p:spPr>
          <a:xfrm>
            <a:off x="505058" y="6044232"/>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9" name="Picture 3">
            <a:extLst>
              <a:ext uri="{FF2B5EF4-FFF2-40B4-BE49-F238E27FC236}">
                <a16:creationId xmlns:a16="http://schemas.microsoft.com/office/drawing/2014/main" id="{24D9A680-CD3A-1334-A001-A4B542F22CD5}"/>
              </a:ext>
            </a:extLst>
          </p:cNvPr>
          <p:cNvPicPr>
            <a:picLocks noChangeAspect="1" noChangeArrowheads="1"/>
          </p:cNvPicPr>
          <p:nvPr/>
        </p:nvPicPr>
        <p:blipFill rotWithShape="1">
          <a:blip r:embed="rId8" cstate="hqprint">
            <a:extLst>
              <a:ext uri="{28A0092B-C50C-407E-A947-70E740481C1C}">
                <a14:useLocalDpi xmlns:a14="http://schemas.microsoft.com/office/drawing/2010/main" val="0"/>
              </a:ext>
            </a:extLst>
          </a:blip>
          <a:srcRect t="24675" r="13447" b="23485"/>
          <a:stretch/>
        </p:blipFill>
        <p:spPr bwMode="auto">
          <a:xfrm>
            <a:off x="5269514" y="4340577"/>
            <a:ext cx="1347785"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Picture 5">
            <a:extLst>
              <a:ext uri="{FF2B5EF4-FFF2-40B4-BE49-F238E27FC236}">
                <a16:creationId xmlns:a16="http://schemas.microsoft.com/office/drawing/2014/main" id="{91FF1EBB-347B-2A5C-EC44-14BF1A2A94B2}"/>
              </a:ext>
            </a:extLst>
          </p:cNvPr>
          <p:cNvPicPr>
            <a:picLocks noChangeAspect="1" noChangeArrowheads="1"/>
          </p:cNvPicPr>
          <p:nvPr/>
        </p:nvPicPr>
        <p:blipFill rotWithShape="1">
          <a:blip r:embed="rId9" cstate="hqprint">
            <a:extLst>
              <a:ext uri="{28A0092B-C50C-407E-A947-70E740481C1C}">
                <a14:useLocalDpi xmlns:a14="http://schemas.microsoft.com/office/drawing/2010/main" val="0"/>
              </a:ext>
            </a:extLst>
          </a:blip>
          <a:srcRect t="24605" b="17919"/>
          <a:stretch/>
        </p:blipFill>
        <p:spPr bwMode="auto">
          <a:xfrm>
            <a:off x="8915531" y="4117255"/>
            <a:ext cx="1557175" cy="159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a:extLst>
              <a:ext uri="{FF2B5EF4-FFF2-40B4-BE49-F238E27FC236}">
                <a16:creationId xmlns:a16="http://schemas.microsoft.com/office/drawing/2014/main" id="{EFCF9B4C-0EA8-7F73-7983-3663A8217298}"/>
              </a:ext>
            </a:extLst>
          </p:cNvPr>
          <p:cNvSpPr/>
          <p:nvPr/>
        </p:nvSpPr>
        <p:spPr>
          <a:xfrm>
            <a:off x="8899105" y="4125533"/>
            <a:ext cx="1576431" cy="1591124"/>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a:extLst>
              <a:ext uri="{FF2B5EF4-FFF2-40B4-BE49-F238E27FC236}">
                <a16:creationId xmlns:a16="http://schemas.microsoft.com/office/drawing/2014/main" id="{5A37BBAC-6D6E-56DD-E179-A86E718D0122}"/>
              </a:ext>
            </a:extLst>
          </p:cNvPr>
          <p:cNvPicPr>
            <a:picLocks noChangeAspect="1" noChangeArrowheads="1"/>
          </p:cNvPicPr>
          <p:nvPr/>
        </p:nvPicPr>
        <p:blipFill rotWithShape="1">
          <a:blip r:embed="rId10" cstate="hqprint">
            <a:extLst>
              <a:ext uri="{28A0092B-C50C-407E-A947-70E740481C1C}">
                <a14:useLocalDpi xmlns:a14="http://schemas.microsoft.com/office/drawing/2010/main" val="0"/>
              </a:ext>
            </a:extLst>
          </a:blip>
          <a:srcRect l="11619" t="20390" r="18922" b="9500"/>
          <a:stretch/>
        </p:blipFill>
        <p:spPr bwMode="auto">
          <a:xfrm>
            <a:off x="7188004" y="3978889"/>
            <a:ext cx="1150971" cy="2065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CE5313A6-8211-4EC3-FE6D-B56252D671C9}"/>
              </a:ext>
            </a:extLst>
          </p:cNvPr>
          <p:cNvSpPr/>
          <p:nvPr/>
        </p:nvSpPr>
        <p:spPr>
          <a:xfrm>
            <a:off x="7177965" y="3961507"/>
            <a:ext cx="1156073" cy="2065343"/>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01D1356-2D8A-6EEE-F46D-866CD9653E0E}"/>
              </a:ext>
            </a:extLst>
          </p:cNvPr>
          <p:cNvSpPr/>
          <p:nvPr/>
        </p:nvSpPr>
        <p:spPr>
          <a:xfrm>
            <a:off x="5245857" y="4362826"/>
            <a:ext cx="1347785" cy="141285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a:extLst>
              <a:ext uri="{FF2B5EF4-FFF2-40B4-BE49-F238E27FC236}">
                <a16:creationId xmlns:a16="http://schemas.microsoft.com/office/drawing/2014/main" id="{2647C6E2-8E17-76E7-F4EE-F1EACD4E29A1}"/>
              </a:ext>
            </a:extLst>
          </p:cNvPr>
          <p:cNvPicPr>
            <a:picLocks noChangeAspect="1" noChangeArrowheads="1"/>
          </p:cNvPicPr>
          <p:nvPr/>
        </p:nvPicPr>
        <p:blipFill rotWithShape="1">
          <a:blip r:embed="rId11" cstate="hqprint">
            <a:extLst>
              <a:ext uri="{28A0092B-C50C-407E-A947-70E740481C1C}">
                <a14:useLocalDpi xmlns:a14="http://schemas.microsoft.com/office/drawing/2010/main" val="0"/>
              </a:ext>
            </a:extLst>
          </a:blip>
          <a:srcRect r="953" b="18804"/>
          <a:stretch/>
        </p:blipFill>
        <p:spPr bwMode="auto">
          <a:xfrm>
            <a:off x="1315883" y="2076287"/>
            <a:ext cx="2858089" cy="4165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72A03669-4EBC-2543-1E24-7F50F36848B7}"/>
              </a:ext>
            </a:extLst>
          </p:cNvPr>
          <p:cNvSpPr/>
          <p:nvPr/>
        </p:nvSpPr>
        <p:spPr>
          <a:xfrm>
            <a:off x="1291001" y="2076287"/>
            <a:ext cx="2858089" cy="4143044"/>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Image 15"/>
          <p:cNvPicPr>
            <a:picLocks noChangeAspect="1"/>
          </p:cNvPicPr>
          <p:nvPr/>
        </p:nvPicPr>
        <p:blipFill>
          <a:blip r:embed="rId12"/>
          <a:stretch>
            <a:fillRect/>
          </a:stretch>
        </p:blipFill>
        <p:spPr>
          <a:xfrm>
            <a:off x="1798140" y="3978889"/>
            <a:ext cx="2071263" cy="1346584"/>
          </a:xfrm>
          <a:prstGeom prst="rect">
            <a:avLst/>
          </a:prstGeom>
        </p:spPr>
      </p:pic>
      <p:pic>
        <p:nvPicPr>
          <p:cNvPr id="17" name="Image 16"/>
          <p:cNvPicPr>
            <a:picLocks noChangeAspect="1"/>
          </p:cNvPicPr>
          <p:nvPr/>
        </p:nvPicPr>
        <p:blipFill>
          <a:blip r:embed="rId12"/>
          <a:stretch>
            <a:fillRect/>
          </a:stretch>
        </p:blipFill>
        <p:spPr>
          <a:xfrm>
            <a:off x="5262483" y="4764674"/>
            <a:ext cx="1371242" cy="891482"/>
          </a:xfrm>
          <a:prstGeom prst="rect">
            <a:avLst/>
          </a:prstGeom>
        </p:spPr>
      </p:pic>
    </p:spTree>
    <p:extLst>
      <p:ext uri="{BB962C8B-B14F-4D97-AF65-F5344CB8AC3E}">
        <p14:creationId xmlns:p14="http://schemas.microsoft.com/office/powerpoint/2010/main" val="400176899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D8C8C-BA4A-D6F9-8EFA-C1771FF06EAA}"/>
            </a:ext>
          </a:extLst>
        </p:cNvPr>
        <p:cNvGrpSpPr/>
        <p:nvPr/>
      </p:nvGrpSpPr>
      <p:grpSpPr>
        <a:xfrm>
          <a:off x="0" y="0"/>
          <a:ext cx="0" cy="0"/>
          <a:chOff x="0" y="0"/>
          <a:chExt cx="0" cy="0"/>
        </a:xfrm>
      </p:grpSpPr>
      <p:pic>
        <p:nvPicPr>
          <p:cNvPr id="16" name="Image 15" descr="Une image contenant texte, Appareils électroniques, multimédia, logiciel&#10;&#10;Le contenu généré par l’IA peut être incorrect.">
            <a:extLst>
              <a:ext uri="{FF2B5EF4-FFF2-40B4-BE49-F238E27FC236}">
                <a16:creationId xmlns:a16="http://schemas.microsoft.com/office/drawing/2014/main" id="{67E358D7-F77A-430B-24EE-DC6974D91D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5080" y="2369607"/>
            <a:ext cx="5911850" cy="3324860"/>
          </a:xfrm>
          <a:prstGeom prst="rect">
            <a:avLst/>
          </a:prstGeom>
        </p:spPr>
      </p:pic>
      <p:pic>
        <p:nvPicPr>
          <p:cNvPr id="4" name="Image 3">
            <a:extLst>
              <a:ext uri="{FF2B5EF4-FFF2-40B4-BE49-F238E27FC236}">
                <a16:creationId xmlns:a16="http://schemas.microsoft.com/office/drawing/2014/main" id="{2236E6F3-16CA-5222-2E76-EA8C804B2C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B16A2761-756B-AE54-7873-3C10A6B6CC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CB851731-0363-9CF3-0EF4-812A359639DC}"/>
              </a:ext>
            </a:extLst>
          </p:cNvPr>
          <p:cNvSpPr txBox="1"/>
          <p:nvPr/>
        </p:nvSpPr>
        <p:spPr>
          <a:xfrm>
            <a:off x="11560629" y="6487886"/>
            <a:ext cx="671221" cy="369332"/>
          </a:xfrm>
          <a:prstGeom prst="rect">
            <a:avLst/>
          </a:prstGeom>
          <a:noFill/>
        </p:spPr>
        <p:txBody>
          <a:bodyPr wrap="square" rtlCol="0">
            <a:spAutoFit/>
          </a:bodyPr>
          <a:lstStyle/>
          <a:p>
            <a:r>
              <a:rPr lang="fr-FR" b="1" dirty="0">
                <a:solidFill>
                  <a:schemeClr val="bg2">
                    <a:lumMod val="50000"/>
                  </a:schemeClr>
                </a:solidFill>
              </a:rPr>
              <a:t>26</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19262DA3-41F5-2FB9-97CA-802EF0214FD8}"/>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3" name="Image 2">
            <a:extLst>
              <a:ext uri="{FF2B5EF4-FFF2-40B4-BE49-F238E27FC236}">
                <a16:creationId xmlns:a16="http://schemas.microsoft.com/office/drawing/2014/main" id="{7F8E39A2-7303-7DD8-E5AA-0D0DD2A6705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7" name="Image 6">
            <a:extLst>
              <a:ext uri="{FF2B5EF4-FFF2-40B4-BE49-F238E27FC236}">
                <a16:creationId xmlns:a16="http://schemas.microsoft.com/office/drawing/2014/main" id="{33483998-5B88-8EEA-2936-C05C845F1EEC}"/>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8" name="Image 7">
            <a:extLst>
              <a:ext uri="{FF2B5EF4-FFF2-40B4-BE49-F238E27FC236}">
                <a16:creationId xmlns:a16="http://schemas.microsoft.com/office/drawing/2014/main" id="{4EFDE14D-5150-DC2B-563D-FCA7F39E2FD3}"/>
              </a:ext>
            </a:extLst>
          </p:cNvPr>
          <p:cNvPicPr>
            <a:picLocks noChangeAspect="1"/>
          </p:cNvPicPr>
          <p:nvPr/>
        </p:nvPicPr>
        <p:blipFill>
          <a:blip r:embed="rId8"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9" name="Rectangle 8">
            <a:extLst>
              <a:ext uri="{FF2B5EF4-FFF2-40B4-BE49-F238E27FC236}">
                <a16:creationId xmlns:a16="http://schemas.microsoft.com/office/drawing/2014/main" id="{5D2309A2-4E2D-368F-228B-E2B4F054096C}"/>
              </a:ext>
            </a:extLst>
          </p:cNvPr>
          <p:cNvSpPr/>
          <p:nvPr/>
        </p:nvSpPr>
        <p:spPr>
          <a:xfrm>
            <a:off x="308343" y="6052624"/>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ZoneTexte 9">
            <a:extLst>
              <a:ext uri="{FF2B5EF4-FFF2-40B4-BE49-F238E27FC236}">
                <a16:creationId xmlns:a16="http://schemas.microsoft.com/office/drawing/2014/main" id="{4A0BCD52-8761-8598-1B03-C68CB4B9DEE6}"/>
              </a:ext>
            </a:extLst>
          </p:cNvPr>
          <p:cNvSpPr txBox="1"/>
          <p:nvPr/>
        </p:nvSpPr>
        <p:spPr>
          <a:xfrm>
            <a:off x="4522238" y="1612010"/>
            <a:ext cx="314752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400" u="sng" dirty="0">
                <a:solidFill>
                  <a:srgbClr val="0F4761"/>
                </a:solidFill>
                <a:latin typeface="Britannic Bold"/>
              </a:rPr>
              <a:t>Dépannage Encodeur</a:t>
            </a:r>
            <a:endParaRPr lang="fr-FR" dirty="0"/>
          </a:p>
        </p:txBody>
      </p:sp>
      <p:sp>
        <p:nvSpPr>
          <p:cNvPr id="11" name="Rectangle 10">
            <a:extLst>
              <a:ext uri="{FF2B5EF4-FFF2-40B4-BE49-F238E27FC236}">
                <a16:creationId xmlns:a16="http://schemas.microsoft.com/office/drawing/2014/main" id="{6A44059D-53C4-C00D-3450-591A5FE7AB6B}"/>
              </a:ext>
            </a:extLst>
          </p:cNvPr>
          <p:cNvSpPr/>
          <p:nvPr/>
        </p:nvSpPr>
        <p:spPr>
          <a:xfrm>
            <a:off x="1496350" y="2369607"/>
            <a:ext cx="5910580" cy="3324860"/>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12" name="Image 11" descr="Une image contenant texte, Appareils électroniques, multimédia, logiciel&#10;&#10;Le contenu généré par l’IA peut être incorrect.">
            <a:extLst>
              <a:ext uri="{FF2B5EF4-FFF2-40B4-BE49-F238E27FC236}">
                <a16:creationId xmlns:a16="http://schemas.microsoft.com/office/drawing/2014/main" id="{A8110182-6921-2D32-A767-BFB872393AD9}"/>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74029" t="29246" r="13019" b="39611"/>
          <a:stretch>
            <a:fillRect/>
          </a:stretch>
        </p:blipFill>
        <p:spPr bwMode="auto">
          <a:xfrm>
            <a:off x="8192362" y="2291806"/>
            <a:ext cx="2018030" cy="2731135"/>
          </a:xfrm>
          <a:prstGeom prst="rect">
            <a:avLst/>
          </a:prstGeom>
          <a:ln>
            <a:noFill/>
          </a:ln>
          <a:extLst>
            <a:ext uri="{53640926-AAD7-44D8-BBD7-CCE9431645EC}">
              <a14:shadowObscured xmlns:a14="http://schemas.microsoft.com/office/drawing/2010/main"/>
            </a:ext>
          </a:extLst>
        </p:spPr>
      </p:pic>
      <p:sp>
        <p:nvSpPr>
          <p:cNvPr id="13" name="Rectangle 12">
            <a:extLst>
              <a:ext uri="{FF2B5EF4-FFF2-40B4-BE49-F238E27FC236}">
                <a16:creationId xmlns:a16="http://schemas.microsoft.com/office/drawing/2014/main" id="{846AC214-5C9C-87BD-8C84-241BAA58A269}"/>
              </a:ext>
            </a:extLst>
          </p:cNvPr>
          <p:cNvSpPr/>
          <p:nvPr/>
        </p:nvSpPr>
        <p:spPr>
          <a:xfrm>
            <a:off x="8192362" y="2281648"/>
            <a:ext cx="2031365" cy="274129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 name="Rectangle 13">
            <a:extLst>
              <a:ext uri="{FF2B5EF4-FFF2-40B4-BE49-F238E27FC236}">
                <a16:creationId xmlns:a16="http://schemas.microsoft.com/office/drawing/2014/main" id="{39916F5E-5E95-F7FD-4E5B-113DC18685A4}"/>
              </a:ext>
            </a:extLst>
          </p:cNvPr>
          <p:cNvSpPr/>
          <p:nvPr/>
        </p:nvSpPr>
        <p:spPr>
          <a:xfrm>
            <a:off x="5810921" y="3343825"/>
            <a:ext cx="749935" cy="102171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5" name="Connecteur droit avec flèche 14">
            <a:extLst>
              <a:ext uri="{FF2B5EF4-FFF2-40B4-BE49-F238E27FC236}">
                <a16:creationId xmlns:a16="http://schemas.microsoft.com/office/drawing/2014/main" id="{1114B94D-26EF-134A-6530-C0C0A92D1945}"/>
              </a:ext>
            </a:extLst>
          </p:cNvPr>
          <p:cNvCxnSpPr>
            <a:cxnSpLocks/>
            <a:stCxn id="13" idx="1"/>
          </p:cNvCxnSpPr>
          <p:nvPr/>
        </p:nvCxnSpPr>
        <p:spPr>
          <a:xfrm flipH="1">
            <a:off x="6577777" y="3652295"/>
            <a:ext cx="1614585" cy="25649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19F75B83-5E49-A2D7-9E41-61A5FF8E25AF}"/>
              </a:ext>
            </a:extLst>
          </p:cNvPr>
          <p:cNvSpPr txBox="1"/>
          <p:nvPr/>
        </p:nvSpPr>
        <p:spPr>
          <a:xfrm>
            <a:off x="7625879" y="5048294"/>
            <a:ext cx="6139542" cy="1138773"/>
          </a:xfrm>
          <a:prstGeom prst="rect">
            <a:avLst/>
          </a:prstGeom>
          <a:noFill/>
        </p:spPr>
        <p:txBody>
          <a:bodyPr wrap="square">
            <a:spAutoFit/>
          </a:bodyPr>
          <a:lstStyle/>
          <a:p>
            <a:pPr algn="just">
              <a:spcAft>
                <a:spcPts val="800"/>
              </a:spcAft>
              <a:buNone/>
            </a:pPr>
            <a:r>
              <a:rPr lang="fr-FR" sz="1200" b="1" dirty="0">
                <a:effectLst/>
                <a:latin typeface="Aptos" panose="020B0004020202020204" pitchFamily="34" charset="0"/>
                <a:ea typeface="Aptos" panose="020B0004020202020204" pitchFamily="34" charset="0"/>
                <a:cs typeface="Times New Roman" panose="02020603050405020304" pitchFamily="18" charset="0"/>
              </a:rPr>
              <a:t>« MCV </a:t>
            </a:r>
            <a:r>
              <a:rPr lang="fr-FR" sz="1200" b="1" dirty="0" err="1">
                <a:effectLst/>
                <a:latin typeface="Aptos" panose="020B0004020202020204" pitchFamily="34" charset="0"/>
                <a:ea typeface="Aptos" panose="020B0004020202020204" pitchFamily="34" charset="0"/>
                <a:cs typeface="Times New Roman" panose="02020603050405020304" pitchFamily="18" charset="0"/>
              </a:rPr>
              <a:t>Gen</a:t>
            </a:r>
            <a:r>
              <a:rPr lang="fr-FR" sz="1200" b="1" dirty="0">
                <a:effectLst/>
                <a:latin typeface="Aptos" panose="020B0004020202020204" pitchFamily="34" charset="0"/>
                <a:ea typeface="Aptos" panose="020B0004020202020204" pitchFamily="34" charset="0"/>
                <a:cs typeface="Times New Roman" panose="02020603050405020304" pitchFamily="18" charset="0"/>
              </a:rPr>
              <a:t> RPM »</a:t>
            </a:r>
            <a:r>
              <a:rPr lang="fr-FR" sz="1200" dirty="0">
                <a:effectLst/>
                <a:latin typeface="Aptos" panose="020B0004020202020204" pitchFamily="34" charset="0"/>
                <a:ea typeface="Aptos" panose="020B0004020202020204" pitchFamily="34" charset="0"/>
                <a:cs typeface="Times New Roman" panose="02020603050405020304" pitchFamily="18" charset="0"/>
              </a:rPr>
              <a:t> : Correspond à la valeur de l’encodeur </a:t>
            </a:r>
            <a:endParaRPr lang="en-US" sz="1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800"/>
              </a:spcAft>
              <a:buNone/>
            </a:pPr>
            <a:r>
              <a:rPr lang="fr-FR" sz="1200" dirty="0">
                <a:effectLst/>
                <a:latin typeface="Aptos" panose="020B0004020202020204" pitchFamily="34" charset="0"/>
                <a:ea typeface="Aptos" panose="020B0004020202020204" pitchFamily="34" charset="0"/>
                <a:cs typeface="Times New Roman" panose="02020603050405020304" pitchFamily="18" charset="0"/>
              </a:rPr>
              <a:t>génératrice envoyé au convertisseur.</a:t>
            </a:r>
            <a:endParaRPr lang="en-US" sz="1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800"/>
              </a:spcAft>
              <a:buNone/>
            </a:pPr>
            <a:r>
              <a:rPr lang="fr-FR" sz="1200" b="1" dirty="0">
                <a:effectLst/>
                <a:latin typeface="Aptos" panose="020B0004020202020204" pitchFamily="34" charset="0"/>
                <a:ea typeface="Aptos" panose="020B0004020202020204" pitchFamily="34" charset="0"/>
                <a:cs typeface="Times New Roman" panose="02020603050405020304" pitchFamily="18" charset="0"/>
              </a:rPr>
              <a:t>« GEN RPM Monitor »</a:t>
            </a:r>
            <a:r>
              <a:rPr lang="fr-FR" sz="1200" dirty="0">
                <a:effectLst/>
                <a:latin typeface="Aptos" panose="020B0004020202020204" pitchFamily="34" charset="0"/>
                <a:ea typeface="Aptos" panose="020B0004020202020204" pitchFamily="34" charset="0"/>
                <a:cs typeface="Times New Roman" panose="02020603050405020304" pitchFamily="18" charset="0"/>
              </a:rPr>
              <a:t> : Correspond à la valeur de rotation </a:t>
            </a:r>
            <a:endParaRPr lang="en-US" sz="11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fr-FR" sz="1200" kern="0" dirty="0">
                <a:effectLst/>
                <a:latin typeface="Aptos" panose="020B0004020202020204" pitchFamily="34" charset="0"/>
                <a:ea typeface="Aptos" panose="020B0004020202020204" pitchFamily="34" charset="0"/>
                <a:cs typeface="Times New Roman" panose="02020603050405020304" pitchFamily="18" charset="0"/>
              </a:rPr>
              <a:t>de la génératrice.</a:t>
            </a:r>
            <a:endParaRPr lang="en-US" sz="1200" dirty="0"/>
          </a:p>
        </p:txBody>
      </p:sp>
      <p:pic>
        <p:nvPicPr>
          <p:cNvPr id="17" name="Image 16"/>
          <p:cNvPicPr>
            <a:picLocks noChangeAspect="1"/>
          </p:cNvPicPr>
          <p:nvPr/>
        </p:nvPicPr>
        <p:blipFill>
          <a:blip r:embed="rId10"/>
          <a:stretch>
            <a:fillRect/>
          </a:stretch>
        </p:blipFill>
        <p:spPr>
          <a:xfrm>
            <a:off x="1691195" y="2516301"/>
            <a:ext cx="5422935" cy="3041119"/>
          </a:xfrm>
          <a:prstGeom prst="rect">
            <a:avLst/>
          </a:prstGeom>
        </p:spPr>
      </p:pic>
    </p:spTree>
    <p:extLst>
      <p:ext uri="{BB962C8B-B14F-4D97-AF65-F5344CB8AC3E}">
        <p14:creationId xmlns:p14="http://schemas.microsoft.com/office/powerpoint/2010/main" val="45575110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D8C8C-BA4A-D6F9-8EFA-C1771FF06EAA}"/>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236E6F3-16CA-5222-2E76-EA8C804B2CD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B16A2761-756B-AE54-7873-3C10A6B6CC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CB851731-0363-9CF3-0EF4-812A359639DC}"/>
              </a:ext>
            </a:extLst>
          </p:cNvPr>
          <p:cNvSpPr txBox="1"/>
          <p:nvPr/>
        </p:nvSpPr>
        <p:spPr>
          <a:xfrm>
            <a:off x="11560629" y="6487886"/>
            <a:ext cx="776120" cy="369332"/>
          </a:xfrm>
          <a:prstGeom prst="rect">
            <a:avLst/>
          </a:prstGeom>
          <a:noFill/>
        </p:spPr>
        <p:txBody>
          <a:bodyPr wrap="square" rtlCol="0">
            <a:spAutoFit/>
          </a:bodyPr>
          <a:lstStyle/>
          <a:p>
            <a:r>
              <a:rPr lang="fr-FR" b="1" dirty="0">
                <a:solidFill>
                  <a:schemeClr val="bg2">
                    <a:lumMod val="50000"/>
                  </a:schemeClr>
                </a:solidFill>
              </a:rPr>
              <a:t>27</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19262DA3-41F5-2FB9-97CA-802EF0214FD8}"/>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3" name="Image 2">
            <a:extLst>
              <a:ext uri="{FF2B5EF4-FFF2-40B4-BE49-F238E27FC236}">
                <a16:creationId xmlns:a16="http://schemas.microsoft.com/office/drawing/2014/main" id="{7F8E39A2-7303-7DD8-E5AA-0D0DD2A670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7" name="Image 6">
            <a:extLst>
              <a:ext uri="{FF2B5EF4-FFF2-40B4-BE49-F238E27FC236}">
                <a16:creationId xmlns:a16="http://schemas.microsoft.com/office/drawing/2014/main" id="{33483998-5B88-8EEA-2936-C05C845F1EEC}"/>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8" name="Image 7">
            <a:extLst>
              <a:ext uri="{FF2B5EF4-FFF2-40B4-BE49-F238E27FC236}">
                <a16:creationId xmlns:a16="http://schemas.microsoft.com/office/drawing/2014/main" id="{4EFDE14D-5150-DC2B-563D-FCA7F39E2FD3}"/>
              </a:ext>
            </a:extLst>
          </p:cNvPr>
          <p:cNvPicPr>
            <a:picLocks noChangeAspect="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9" name="Rectangle 8">
            <a:extLst>
              <a:ext uri="{FF2B5EF4-FFF2-40B4-BE49-F238E27FC236}">
                <a16:creationId xmlns:a16="http://schemas.microsoft.com/office/drawing/2014/main" id="{5D2309A2-4E2D-368F-228B-E2B4F054096C}"/>
              </a:ext>
            </a:extLst>
          </p:cNvPr>
          <p:cNvSpPr/>
          <p:nvPr/>
        </p:nvSpPr>
        <p:spPr>
          <a:xfrm>
            <a:off x="308343" y="6052624"/>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mage 9" descr="Une image contenant intérieur, mur, ingénierie, avion&#10;&#10;Le contenu généré par l’IA peut être incorrect.">
            <a:extLst>
              <a:ext uri="{FF2B5EF4-FFF2-40B4-BE49-F238E27FC236}">
                <a16:creationId xmlns:a16="http://schemas.microsoft.com/office/drawing/2014/main" id="{76D8FF70-1ADE-CC33-EF37-D848389F860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521445" y="1463658"/>
            <a:ext cx="2561222" cy="4552836"/>
          </a:xfrm>
          <a:prstGeom prst="rect">
            <a:avLst/>
          </a:prstGeom>
        </p:spPr>
      </p:pic>
      <p:pic>
        <p:nvPicPr>
          <p:cNvPr id="11" name="Image 10" descr="Une image contenant texte, intérieur, fils électriques, Ingénierie électronique&#10;&#10;Le contenu généré par l’IA peut être incorrect.">
            <a:extLst>
              <a:ext uri="{FF2B5EF4-FFF2-40B4-BE49-F238E27FC236}">
                <a16:creationId xmlns:a16="http://schemas.microsoft.com/office/drawing/2014/main" id="{085861DC-9C89-C1DE-7090-C80AB7F283D4}"/>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13970" t="10359" b="11779"/>
          <a:stretch>
            <a:fillRect/>
          </a:stretch>
        </p:blipFill>
        <p:spPr bwMode="auto">
          <a:xfrm>
            <a:off x="1628374" y="1654117"/>
            <a:ext cx="2625725" cy="4224020"/>
          </a:xfrm>
          <a:prstGeom prst="rect">
            <a:avLst/>
          </a:prstGeom>
          <a:ln>
            <a:noFill/>
          </a:ln>
          <a:extLst>
            <a:ext uri="{53640926-AAD7-44D8-BBD7-CCE9431645EC}">
              <a14:shadowObscured xmlns:a14="http://schemas.microsoft.com/office/drawing/2010/main"/>
            </a:ext>
          </a:extLst>
        </p:spPr>
      </p:pic>
      <p:sp>
        <p:nvSpPr>
          <p:cNvPr id="12" name="Zone de texte 2">
            <a:extLst>
              <a:ext uri="{FF2B5EF4-FFF2-40B4-BE49-F238E27FC236}">
                <a16:creationId xmlns:a16="http://schemas.microsoft.com/office/drawing/2014/main" id="{8CA36502-0198-E257-AEEF-6E58FB5F954A}"/>
              </a:ext>
            </a:extLst>
          </p:cNvPr>
          <p:cNvSpPr txBox="1">
            <a:spLocks noChangeArrowheads="1"/>
          </p:cNvSpPr>
          <p:nvPr/>
        </p:nvSpPr>
        <p:spPr bwMode="auto">
          <a:xfrm>
            <a:off x="4530959" y="5103437"/>
            <a:ext cx="1390650" cy="774700"/>
          </a:xfrm>
          <a:prstGeom prst="rect">
            <a:avLst/>
          </a:prstGeom>
          <a:noFill/>
          <a:ln w="9525">
            <a:noFill/>
            <a:miter lim="800000"/>
            <a:headEnd/>
            <a:tailEnd/>
          </a:ln>
        </p:spPr>
        <p:txBody>
          <a:bodyPr rot="0" vert="horz" wrap="square" lIns="91440" tIns="45720" rIns="91440" bIns="45720" anchor="t" anchorCtr="0">
            <a:noAutofit/>
          </a:bodyPr>
          <a:lstStyle/>
          <a:p>
            <a:pPr>
              <a:lnSpc>
                <a:spcPct val="107000"/>
              </a:lnSpc>
              <a:spcAft>
                <a:spcPts val="800"/>
              </a:spcAft>
              <a:buNone/>
            </a:pPr>
            <a:r>
              <a:rPr lang="fr-FR" sz="1200" b="1">
                <a:effectLst/>
                <a:latin typeface="Aptos" panose="020B0004020202020204" pitchFamily="34" charset="0"/>
                <a:ea typeface="Aptos" panose="020B0004020202020204" pitchFamily="34" charset="0"/>
                <a:cs typeface="Times New Roman" panose="02020603050405020304" pitchFamily="18" charset="0"/>
              </a:rPr>
              <a:t>Broche d’arriver information Encodeur</a:t>
            </a:r>
            <a:endParaRPr lang="en-US" sz="1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15" name="Rectangle 14">
            <a:extLst>
              <a:ext uri="{FF2B5EF4-FFF2-40B4-BE49-F238E27FC236}">
                <a16:creationId xmlns:a16="http://schemas.microsoft.com/office/drawing/2014/main" id="{7C55E18E-D69C-7689-CB77-BB505D002F0A}"/>
              </a:ext>
            </a:extLst>
          </p:cNvPr>
          <p:cNvSpPr/>
          <p:nvPr/>
        </p:nvSpPr>
        <p:spPr>
          <a:xfrm>
            <a:off x="1628373" y="1654117"/>
            <a:ext cx="2625725" cy="4224020"/>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3" name="Connecteur droit avec flèche 12">
            <a:extLst>
              <a:ext uri="{FF2B5EF4-FFF2-40B4-BE49-F238E27FC236}">
                <a16:creationId xmlns:a16="http://schemas.microsoft.com/office/drawing/2014/main" id="{A3207E13-57FB-B8B3-4A91-4D4710929EF3}"/>
              </a:ext>
            </a:extLst>
          </p:cNvPr>
          <p:cNvCxnSpPr>
            <a:cxnSpLocks/>
          </p:cNvCxnSpPr>
          <p:nvPr/>
        </p:nvCxnSpPr>
        <p:spPr>
          <a:xfrm flipH="1" flipV="1">
            <a:off x="2862943" y="4005943"/>
            <a:ext cx="2221101" cy="101557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0147BD83-526C-FC59-3FC0-ECF30DB40AC2}"/>
              </a:ext>
            </a:extLst>
          </p:cNvPr>
          <p:cNvSpPr/>
          <p:nvPr/>
        </p:nvSpPr>
        <p:spPr>
          <a:xfrm>
            <a:off x="7521445" y="1463658"/>
            <a:ext cx="2561222" cy="4552836"/>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14" name="Image 13"/>
          <p:cNvPicPr>
            <a:picLocks noChangeAspect="1"/>
          </p:cNvPicPr>
          <p:nvPr/>
        </p:nvPicPr>
        <p:blipFill>
          <a:blip r:embed="rId10"/>
          <a:stretch>
            <a:fillRect/>
          </a:stretch>
        </p:blipFill>
        <p:spPr>
          <a:xfrm>
            <a:off x="9342613" y="1463658"/>
            <a:ext cx="852341" cy="554130"/>
          </a:xfrm>
          <a:prstGeom prst="rect">
            <a:avLst/>
          </a:prstGeom>
        </p:spPr>
      </p:pic>
      <p:pic>
        <p:nvPicPr>
          <p:cNvPr id="17" name="Image 16"/>
          <p:cNvPicPr>
            <a:picLocks noChangeAspect="1"/>
          </p:cNvPicPr>
          <p:nvPr/>
        </p:nvPicPr>
        <p:blipFill>
          <a:blip r:embed="rId10"/>
          <a:stretch>
            <a:fillRect/>
          </a:stretch>
        </p:blipFill>
        <p:spPr>
          <a:xfrm>
            <a:off x="2750656" y="4732829"/>
            <a:ext cx="1424889" cy="926359"/>
          </a:xfrm>
          <a:prstGeom prst="rect">
            <a:avLst/>
          </a:prstGeom>
        </p:spPr>
      </p:pic>
    </p:spTree>
    <p:extLst>
      <p:ext uri="{BB962C8B-B14F-4D97-AF65-F5344CB8AC3E}">
        <p14:creationId xmlns:p14="http://schemas.microsoft.com/office/powerpoint/2010/main" val="160972577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D8C8C-BA4A-D6F9-8EFA-C1771FF06EAA}"/>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236E6F3-16CA-5222-2E76-EA8C804B2CD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B16A2761-756B-AE54-7873-3C10A6B6CC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CB851731-0363-9CF3-0EF4-812A359639DC}"/>
              </a:ext>
            </a:extLst>
          </p:cNvPr>
          <p:cNvSpPr txBox="1"/>
          <p:nvPr/>
        </p:nvSpPr>
        <p:spPr>
          <a:xfrm>
            <a:off x="11560629" y="6487886"/>
            <a:ext cx="920883" cy="369332"/>
          </a:xfrm>
          <a:prstGeom prst="rect">
            <a:avLst/>
          </a:prstGeom>
          <a:noFill/>
        </p:spPr>
        <p:txBody>
          <a:bodyPr wrap="square" rtlCol="0">
            <a:spAutoFit/>
          </a:bodyPr>
          <a:lstStyle/>
          <a:p>
            <a:r>
              <a:rPr lang="fr-FR" b="1" dirty="0">
                <a:solidFill>
                  <a:schemeClr val="bg2">
                    <a:lumMod val="50000"/>
                  </a:schemeClr>
                </a:solidFill>
              </a:rPr>
              <a:t>28</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19262DA3-41F5-2FB9-97CA-802EF0214FD8}"/>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3" name="Image 2">
            <a:extLst>
              <a:ext uri="{FF2B5EF4-FFF2-40B4-BE49-F238E27FC236}">
                <a16:creationId xmlns:a16="http://schemas.microsoft.com/office/drawing/2014/main" id="{7F8E39A2-7303-7DD8-E5AA-0D0DD2A670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7" name="Image 6">
            <a:extLst>
              <a:ext uri="{FF2B5EF4-FFF2-40B4-BE49-F238E27FC236}">
                <a16:creationId xmlns:a16="http://schemas.microsoft.com/office/drawing/2014/main" id="{33483998-5B88-8EEA-2936-C05C845F1EEC}"/>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8" name="Image 7">
            <a:extLst>
              <a:ext uri="{FF2B5EF4-FFF2-40B4-BE49-F238E27FC236}">
                <a16:creationId xmlns:a16="http://schemas.microsoft.com/office/drawing/2014/main" id="{4EFDE14D-5150-DC2B-563D-FCA7F39E2FD3}"/>
              </a:ext>
            </a:extLst>
          </p:cNvPr>
          <p:cNvPicPr>
            <a:picLocks noChangeAspect="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9" name="Rectangle 8">
            <a:extLst>
              <a:ext uri="{FF2B5EF4-FFF2-40B4-BE49-F238E27FC236}">
                <a16:creationId xmlns:a16="http://schemas.microsoft.com/office/drawing/2014/main" id="{5D2309A2-4E2D-368F-228B-E2B4F054096C}"/>
              </a:ext>
            </a:extLst>
          </p:cNvPr>
          <p:cNvSpPr/>
          <p:nvPr/>
        </p:nvSpPr>
        <p:spPr>
          <a:xfrm>
            <a:off x="308343" y="6052624"/>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Image 6" descr="Une image contenant fils électriques, câble, Ingénierie électronique, Appareils électroniques&#10;&#10;Le contenu généré par l’IA peut être incorrect.">
            <a:extLst>
              <a:ext uri="{FF2B5EF4-FFF2-40B4-BE49-F238E27FC236}">
                <a16:creationId xmlns:a16="http://schemas.microsoft.com/office/drawing/2014/main" id="{6BB8C121-E267-EB93-C120-6262078DBD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l="17996" t="26402" r="12758" b="13310"/>
          <a:stretch>
            <a:fillRect/>
          </a:stretch>
        </p:blipFill>
        <p:spPr bwMode="auto">
          <a:xfrm>
            <a:off x="4666786" y="1730255"/>
            <a:ext cx="2591838" cy="4011696"/>
          </a:xfrm>
          <a:prstGeom prst="rect">
            <a:avLst/>
          </a:prstGeom>
          <a:noFill/>
          <a:extLst>
            <a:ext uri="{909E8E84-426E-40DD-AFC4-6F175D3DCCD1}">
              <a14:hiddenFill xmlns:a14="http://schemas.microsoft.com/office/drawing/2010/main">
                <a:solidFill>
                  <a:srgbClr val="FFFFFF"/>
                </a:solidFill>
              </a14:hiddenFill>
            </a:ext>
          </a:extLst>
        </p:spPr>
      </p:pic>
      <p:pic>
        <p:nvPicPr>
          <p:cNvPr id="2051" name="Image 8" descr="Une image contenant sol, fraiseuse, bleu, abandonné&#10;&#10;Le contenu généré par l’IA peut être incorrect.">
            <a:extLst>
              <a:ext uri="{FF2B5EF4-FFF2-40B4-BE49-F238E27FC236}">
                <a16:creationId xmlns:a16="http://schemas.microsoft.com/office/drawing/2014/main" id="{9277A2B3-1E91-FB97-E98B-F51DE51BD3D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t="20905" b="3670"/>
          <a:stretch>
            <a:fillRect/>
          </a:stretch>
        </p:blipFill>
        <p:spPr bwMode="auto">
          <a:xfrm>
            <a:off x="1012752" y="1915252"/>
            <a:ext cx="2714988" cy="3639657"/>
          </a:xfrm>
          <a:prstGeom prst="rect">
            <a:avLst/>
          </a:prstGeom>
          <a:noFill/>
          <a:extLst>
            <a:ext uri="{909E8E84-426E-40DD-AFC4-6F175D3DCCD1}">
              <a14:hiddenFill xmlns:a14="http://schemas.microsoft.com/office/drawing/2010/main">
                <a:solidFill>
                  <a:srgbClr val="FFFFFF"/>
                </a:solidFill>
              </a14:hiddenFill>
            </a:ext>
          </a:extLst>
        </p:spPr>
      </p:pic>
      <p:pic>
        <p:nvPicPr>
          <p:cNvPr id="2055" name="Image 9" descr="Une image contenant texte, Appareils électroniques, Ingénierie électronique, fils électriques&#10;&#10;Le contenu généré par l’IA peut être incorrect.">
            <a:extLst>
              <a:ext uri="{FF2B5EF4-FFF2-40B4-BE49-F238E27FC236}">
                <a16:creationId xmlns:a16="http://schemas.microsoft.com/office/drawing/2014/main" id="{962CC0DB-6B05-BF49-2EC8-581C4A3172D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l="2043" t="6897" r="546" b="20491"/>
          <a:stretch>
            <a:fillRect/>
          </a:stretch>
        </p:blipFill>
        <p:spPr bwMode="auto">
          <a:xfrm>
            <a:off x="8171578" y="2038969"/>
            <a:ext cx="2652720" cy="351594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EB34BE58-E428-8B30-4C73-B7E025459002}"/>
              </a:ext>
            </a:extLst>
          </p:cNvPr>
          <p:cNvSpPr/>
          <p:nvPr/>
        </p:nvSpPr>
        <p:spPr>
          <a:xfrm>
            <a:off x="1025898" y="1910707"/>
            <a:ext cx="2701842" cy="3649439"/>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Rectangle 10">
            <a:extLst>
              <a:ext uri="{FF2B5EF4-FFF2-40B4-BE49-F238E27FC236}">
                <a16:creationId xmlns:a16="http://schemas.microsoft.com/office/drawing/2014/main" id="{5762BF4F-B79A-6B5A-3F89-F9220B845B51}"/>
              </a:ext>
            </a:extLst>
          </p:cNvPr>
          <p:cNvSpPr/>
          <p:nvPr/>
        </p:nvSpPr>
        <p:spPr>
          <a:xfrm>
            <a:off x="4650696" y="1722550"/>
            <a:ext cx="2597926" cy="4005715"/>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Rectangle 11">
            <a:extLst>
              <a:ext uri="{FF2B5EF4-FFF2-40B4-BE49-F238E27FC236}">
                <a16:creationId xmlns:a16="http://schemas.microsoft.com/office/drawing/2014/main" id="{13A3144F-9DD9-CB08-B433-6F2D548FACE8}"/>
              </a:ext>
            </a:extLst>
          </p:cNvPr>
          <p:cNvSpPr/>
          <p:nvPr/>
        </p:nvSpPr>
        <p:spPr>
          <a:xfrm>
            <a:off x="8173741" y="2030577"/>
            <a:ext cx="2650557" cy="3532720"/>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3" name="Connecteur droit avec flèche 12">
            <a:extLst>
              <a:ext uri="{FF2B5EF4-FFF2-40B4-BE49-F238E27FC236}">
                <a16:creationId xmlns:a16="http://schemas.microsoft.com/office/drawing/2014/main" id="{9E955C6A-67CC-D1C5-B7EE-9DE6D6E071CB}"/>
              </a:ext>
            </a:extLst>
          </p:cNvPr>
          <p:cNvCxnSpPr>
            <a:cxnSpLocks/>
          </p:cNvCxnSpPr>
          <p:nvPr/>
        </p:nvCxnSpPr>
        <p:spPr>
          <a:xfrm>
            <a:off x="7200946" y="3971508"/>
            <a:ext cx="1003024"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9">
            <a:extLst>
              <a:ext uri="{FF2B5EF4-FFF2-40B4-BE49-F238E27FC236}">
                <a16:creationId xmlns:a16="http://schemas.microsoft.com/office/drawing/2014/main" id="{D45901E6-5434-AE9E-D493-07B99826A0EC}"/>
              </a:ext>
            </a:extLst>
          </p:cNvPr>
          <p:cNvSpPr>
            <a:spLocks noChangeArrowheads="1"/>
          </p:cNvSpPr>
          <p:nvPr/>
        </p:nvSpPr>
        <p:spPr bwMode="auto">
          <a:xfrm>
            <a:off x="1665514" y="11402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10">
            <a:extLst>
              <a:ext uri="{FF2B5EF4-FFF2-40B4-BE49-F238E27FC236}">
                <a16:creationId xmlns:a16="http://schemas.microsoft.com/office/drawing/2014/main" id="{526668EA-FA79-36EE-BD82-A329E70BD57D}"/>
              </a:ext>
            </a:extLst>
          </p:cNvPr>
          <p:cNvSpPr>
            <a:spLocks noChangeArrowheads="1"/>
          </p:cNvSpPr>
          <p:nvPr/>
        </p:nvSpPr>
        <p:spPr bwMode="auto">
          <a:xfrm>
            <a:off x="1665514" y="5712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11">
            <a:extLst>
              <a:ext uri="{FF2B5EF4-FFF2-40B4-BE49-F238E27FC236}">
                <a16:creationId xmlns:a16="http://schemas.microsoft.com/office/drawing/2014/main" id="{D31E7EA2-60B3-49A4-639F-422AFCE881F4}"/>
              </a:ext>
            </a:extLst>
          </p:cNvPr>
          <p:cNvSpPr>
            <a:spLocks noChangeArrowheads="1"/>
          </p:cNvSpPr>
          <p:nvPr/>
        </p:nvSpPr>
        <p:spPr bwMode="auto">
          <a:xfrm>
            <a:off x="1665514" y="5712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cxnSp>
        <p:nvCxnSpPr>
          <p:cNvPr id="22" name="Connecteur droit avec flèche 21">
            <a:extLst>
              <a:ext uri="{FF2B5EF4-FFF2-40B4-BE49-F238E27FC236}">
                <a16:creationId xmlns:a16="http://schemas.microsoft.com/office/drawing/2014/main" id="{AC0E85A5-4740-AE42-5A14-62FFE40D5547}"/>
              </a:ext>
            </a:extLst>
          </p:cNvPr>
          <p:cNvCxnSpPr>
            <a:cxnSpLocks/>
          </p:cNvCxnSpPr>
          <p:nvPr/>
        </p:nvCxnSpPr>
        <p:spPr>
          <a:xfrm>
            <a:off x="3663762" y="3971508"/>
            <a:ext cx="1003024"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4" name="Image 13"/>
          <p:cNvPicPr>
            <a:picLocks noChangeAspect="1"/>
          </p:cNvPicPr>
          <p:nvPr/>
        </p:nvPicPr>
        <p:blipFill>
          <a:blip r:embed="rId11"/>
          <a:stretch>
            <a:fillRect/>
          </a:stretch>
        </p:blipFill>
        <p:spPr>
          <a:xfrm>
            <a:off x="1549074" y="2929630"/>
            <a:ext cx="1037471" cy="674488"/>
          </a:xfrm>
          <a:prstGeom prst="rect">
            <a:avLst/>
          </a:prstGeom>
        </p:spPr>
      </p:pic>
      <p:pic>
        <p:nvPicPr>
          <p:cNvPr id="18" name="Image 17"/>
          <p:cNvPicPr>
            <a:picLocks noChangeAspect="1"/>
          </p:cNvPicPr>
          <p:nvPr/>
        </p:nvPicPr>
        <p:blipFill>
          <a:blip r:embed="rId11"/>
          <a:stretch>
            <a:fillRect/>
          </a:stretch>
        </p:blipFill>
        <p:spPr>
          <a:xfrm>
            <a:off x="9215021" y="3338004"/>
            <a:ext cx="1159163" cy="1665671"/>
          </a:xfrm>
          <a:prstGeom prst="rect">
            <a:avLst/>
          </a:prstGeom>
        </p:spPr>
      </p:pic>
    </p:spTree>
    <p:extLst>
      <p:ext uri="{BB962C8B-B14F-4D97-AF65-F5344CB8AC3E}">
        <p14:creationId xmlns:p14="http://schemas.microsoft.com/office/powerpoint/2010/main" val="195387161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AB48D-D7E8-B329-E040-92476A72400E}"/>
            </a:ext>
          </a:extLst>
        </p:cNvPr>
        <p:cNvGrpSpPr/>
        <p:nvPr/>
      </p:nvGrpSpPr>
      <p:grpSpPr>
        <a:xfrm>
          <a:off x="0" y="0"/>
          <a:ext cx="0" cy="0"/>
          <a:chOff x="0" y="0"/>
          <a:chExt cx="0" cy="0"/>
        </a:xfrm>
      </p:grpSpPr>
      <p:pic>
        <p:nvPicPr>
          <p:cNvPr id="11" name="Image 10" descr="Une image contenant texte, Appareils électroniques, affichage, Appareil de présentation&#10;&#10;Le contenu généré par l’IA peut être incorrect.">
            <a:extLst>
              <a:ext uri="{FF2B5EF4-FFF2-40B4-BE49-F238E27FC236}">
                <a16:creationId xmlns:a16="http://schemas.microsoft.com/office/drawing/2014/main" id="{5D5E44BD-E27E-37AB-5B31-B62A10D32B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08000" y="1828406"/>
            <a:ext cx="7176000" cy="4036500"/>
          </a:xfrm>
          <a:prstGeom prst="rect">
            <a:avLst/>
          </a:prstGeom>
        </p:spPr>
      </p:pic>
      <p:pic>
        <p:nvPicPr>
          <p:cNvPr id="4" name="Image 3">
            <a:extLst>
              <a:ext uri="{FF2B5EF4-FFF2-40B4-BE49-F238E27FC236}">
                <a16:creationId xmlns:a16="http://schemas.microsoft.com/office/drawing/2014/main" id="{EDFAF020-6DA7-7C45-0AAC-FD4065BB430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A910A5C5-25DC-E845-4FDE-A4ED64FD8B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709BC225-ED42-4566-EB9D-798DC6BE94BA}"/>
              </a:ext>
            </a:extLst>
          </p:cNvPr>
          <p:cNvSpPr txBox="1"/>
          <p:nvPr/>
        </p:nvSpPr>
        <p:spPr>
          <a:xfrm>
            <a:off x="11560629" y="6487886"/>
            <a:ext cx="558258" cy="369332"/>
          </a:xfrm>
          <a:prstGeom prst="rect">
            <a:avLst/>
          </a:prstGeom>
          <a:noFill/>
        </p:spPr>
        <p:txBody>
          <a:bodyPr wrap="square" rtlCol="0">
            <a:spAutoFit/>
          </a:bodyPr>
          <a:lstStyle/>
          <a:p>
            <a:r>
              <a:rPr lang="fr-FR" b="1" dirty="0">
                <a:solidFill>
                  <a:schemeClr val="bg2">
                    <a:lumMod val="50000"/>
                  </a:schemeClr>
                </a:solidFill>
              </a:rPr>
              <a:t>29</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4C32005C-B33E-D545-38E9-09DA9133DADE}"/>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3" name="Image 2">
            <a:extLst>
              <a:ext uri="{FF2B5EF4-FFF2-40B4-BE49-F238E27FC236}">
                <a16:creationId xmlns:a16="http://schemas.microsoft.com/office/drawing/2014/main" id="{39F53D6A-7C42-9B35-4F35-E1AB78CA96F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7" name="Image 6">
            <a:extLst>
              <a:ext uri="{FF2B5EF4-FFF2-40B4-BE49-F238E27FC236}">
                <a16:creationId xmlns:a16="http://schemas.microsoft.com/office/drawing/2014/main" id="{A7F31C59-55BB-2E97-36F9-829036892288}"/>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8" name="Image 7">
            <a:extLst>
              <a:ext uri="{FF2B5EF4-FFF2-40B4-BE49-F238E27FC236}">
                <a16:creationId xmlns:a16="http://schemas.microsoft.com/office/drawing/2014/main" id="{4064CC63-1793-7345-B0C3-D9AEA83E80F3}"/>
              </a:ext>
            </a:extLst>
          </p:cNvPr>
          <p:cNvPicPr>
            <a:picLocks noChangeAspect="1"/>
          </p:cNvPicPr>
          <p:nvPr/>
        </p:nvPicPr>
        <p:blipFill>
          <a:blip r:embed="rId8"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9" name="Rectangle 8">
            <a:extLst>
              <a:ext uri="{FF2B5EF4-FFF2-40B4-BE49-F238E27FC236}">
                <a16:creationId xmlns:a16="http://schemas.microsoft.com/office/drawing/2014/main" id="{53C08323-33D1-54EF-7FF5-3633D06AE64B}"/>
              </a:ext>
            </a:extLst>
          </p:cNvPr>
          <p:cNvSpPr/>
          <p:nvPr/>
        </p:nvSpPr>
        <p:spPr>
          <a:xfrm>
            <a:off x="308343" y="6052624"/>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D609186-77DF-6AAA-8211-CE74B933D9A5}"/>
              </a:ext>
            </a:extLst>
          </p:cNvPr>
          <p:cNvSpPr/>
          <p:nvPr/>
        </p:nvSpPr>
        <p:spPr>
          <a:xfrm>
            <a:off x="2508000" y="1828406"/>
            <a:ext cx="7176000" cy="4036500"/>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ZoneTexte 11">
            <a:extLst>
              <a:ext uri="{FF2B5EF4-FFF2-40B4-BE49-F238E27FC236}">
                <a16:creationId xmlns:a16="http://schemas.microsoft.com/office/drawing/2014/main" id="{81DD338F-0B8A-F1F3-948C-9FDA4DEB2284}"/>
              </a:ext>
            </a:extLst>
          </p:cNvPr>
          <p:cNvSpPr txBox="1"/>
          <p:nvPr/>
        </p:nvSpPr>
        <p:spPr>
          <a:xfrm>
            <a:off x="308343" y="2793276"/>
            <a:ext cx="2993672" cy="369332"/>
          </a:xfrm>
          <a:prstGeom prst="rect">
            <a:avLst/>
          </a:prstGeom>
          <a:noFill/>
        </p:spPr>
        <p:txBody>
          <a:bodyPr wrap="square" rtlCol="0">
            <a:spAutoFit/>
          </a:bodyPr>
          <a:lstStyle/>
          <a:p>
            <a:r>
              <a:rPr lang="fr-FR" b="1" dirty="0">
                <a:solidFill>
                  <a:schemeClr val="accent1"/>
                </a:solidFill>
              </a:rPr>
              <a:t>Etat de la turbine </a:t>
            </a:r>
            <a:endParaRPr lang="en-US" b="1" dirty="0">
              <a:solidFill>
                <a:schemeClr val="accent1"/>
              </a:solidFill>
            </a:endParaRPr>
          </a:p>
        </p:txBody>
      </p:sp>
      <p:cxnSp>
        <p:nvCxnSpPr>
          <p:cNvPr id="13" name="Connecteur droit avec flèche 12">
            <a:extLst>
              <a:ext uri="{FF2B5EF4-FFF2-40B4-BE49-F238E27FC236}">
                <a16:creationId xmlns:a16="http://schemas.microsoft.com/office/drawing/2014/main" id="{EB77728E-1CB6-469C-773E-31DD0B203308}"/>
              </a:ext>
            </a:extLst>
          </p:cNvPr>
          <p:cNvCxnSpPr>
            <a:cxnSpLocks/>
          </p:cNvCxnSpPr>
          <p:nvPr/>
        </p:nvCxnSpPr>
        <p:spPr>
          <a:xfrm>
            <a:off x="2264229" y="3059433"/>
            <a:ext cx="2320241" cy="36956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14" name="Image 13"/>
          <p:cNvPicPr>
            <a:picLocks noChangeAspect="1"/>
          </p:cNvPicPr>
          <p:nvPr/>
        </p:nvPicPr>
        <p:blipFill>
          <a:blip r:embed="rId9"/>
          <a:stretch>
            <a:fillRect/>
          </a:stretch>
        </p:blipFill>
        <p:spPr>
          <a:xfrm>
            <a:off x="2663466" y="1903514"/>
            <a:ext cx="7020534" cy="3890348"/>
          </a:xfrm>
          <a:prstGeom prst="rect">
            <a:avLst/>
          </a:prstGeom>
        </p:spPr>
      </p:pic>
    </p:spTree>
    <p:extLst>
      <p:ext uri="{BB962C8B-B14F-4D97-AF65-F5344CB8AC3E}">
        <p14:creationId xmlns:p14="http://schemas.microsoft.com/office/powerpoint/2010/main" val="390588672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D8C8C-BA4A-D6F9-8EFA-C1771FF06EAA}"/>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236E6F3-16CA-5222-2E76-EA8C804B2CD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B16A2761-756B-AE54-7873-3C10A6B6CC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CB851731-0363-9CF3-0EF4-812A359639DC}"/>
              </a:ext>
            </a:extLst>
          </p:cNvPr>
          <p:cNvSpPr txBox="1"/>
          <p:nvPr/>
        </p:nvSpPr>
        <p:spPr>
          <a:xfrm>
            <a:off x="11560629" y="6487886"/>
            <a:ext cx="558258" cy="369332"/>
          </a:xfrm>
          <a:prstGeom prst="rect">
            <a:avLst/>
          </a:prstGeom>
          <a:noFill/>
        </p:spPr>
        <p:txBody>
          <a:bodyPr wrap="square" rtlCol="0">
            <a:spAutoFit/>
          </a:bodyPr>
          <a:lstStyle/>
          <a:p>
            <a:r>
              <a:rPr lang="fr-FR" b="1" dirty="0">
                <a:solidFill>
                  <a:schemeClr val="bg2">
                    <a:lumMod val="50000"/>
                  </a:schemeClr>
                </a:solidFill>
              </a:rPr>
              <a:t>30</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19262DA3-41F5-2FB9-97CA-802EF0214FD8}"/>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3" name="Image 2">
            <a:extLst>
              <a:ext uri="{FF2B5EF4-FFF2-40B4-BE49-F238E27FC236}">
                <a16:creationId xmlns:a16="http://schemas.microsoft.com/office/drawing/2014/main" id="{7F8E39A2-7303-7DD8-E5AA-0D0DD2A670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7" name="Image 6">
            <a:extLst>
              <a:ext uri="{FF2B5EF4-FFF2-40B4-BE49-F238E27FC236}">
                <a16:creationId xmlns:a16="http://schemas.microsoft.com/office/drawing/2014/main" id="{33483998-5B88-8EEA-2936-C05C845F1EEC}"/>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8" name="Image 7">
            <a:extLst>
              <a:ext uri="{FF2B5EF4-FFF2-40B4-BE49-F238E27FC236}">
                <a16:creationId xmlns:a16="http://schemas.microsoft.com/office/drawing/2014/main" id="{4EFDE14D-5150-DC2B-563D-FCA7F39E2FD3}"/>
              </a:ext>
            </a:extLst>
          </p:cNvPr>
          <p:cNvPicPr>
            <a:picLocks noChangeAspect="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9" name="Rectangle 8">
            <a:extLst>
              <a:ext uri="{FF2B5EF4-FFF2-40B4-BE49-F238E27FC236}">
                <a16:creationId xmlns:a16="http://schemas.microsoft.com/office/drawing/2014/main" id="{5D2309A2-4E2D-368F-228B-E2B4F054096C}"/>
              </a:ext>
            </a:extLst>
          </p:cNvPr>
          <p:cNvSpPr/>
          <p:nvPr/>
        </p:nvSpPr>
        <p:spPr>
          <a:xfrm>
            <a:off x="308343" y="6052624"/>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mage 9" descr="Une image contenant texte, écran, ordinateur, capture d’écran&#10;&#10;Le contenu généré par l’IA peut être incorrect.">
            <a:extLst>
              <a:ext uri="{FF2B5EF4-FFF2-40B4-BE49-F238E27FC236}">
                <a16:creationId xmlns:a16="http://schemas.microsoft.com/office/drawing/2014/main" id="{DDB88611-6334-3FFC-EF96-8948EEFCE721}"/>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5139" r="12420"/>
          <a:stretch>
            <a:fillRect/>
          </a:stretch>
        </p:blipFill>
        <p:spPr bwMode="auto">
          <a:xfrm>
            <a:off x="705719" y="2122147"/>
            <a:ext cx="4238574" cy="2898262"/>
          </a:xfrm>
          <a:prstGeom prst="rect">
            <a:avLst/>
          </a:prstGeom>
          <a:ln>
            <a:noFill/>
          </a:ln>
          <a:extLst>
            <a:ext uri="{53640926-AAD7-44D8-BBD7-CCE9431645EC}">
              <a14:shadowObscured xmlns:a14="http://schemas.microsoft.com/office/drawing/2010/main"/>
            </a:ext>
          </a:extLst>
        </p:spPr>
      </p:pic>
      <p:sp>
        <p:nvSpPr>
          <p:cNvPr id="11" name="Ellipse 10">
            <a:extLst>
              <a:ext uri="{FF2B5EF4-FFF2-40B4-BE49-F238E27FC236}">
                <a16:creationId xmlns:a16="http://schemas.microsoft.com/office/drawing/2014/main" id="{93D9D9B5-5A44-A974-A315-F4290D4222CC}"/>
              </a:ext>
            </a:extLst>
          </p:cNvPr>
          <p:cNvSpPr/>
          <p:nvPr/>
        </p:nvSpPr>
        <p:spPr>
          <a:xfrm>
            <a:off x="1293930" y="2411707"/>
            <a:ext cx="2944242" cy="349518"/>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2" name="Connecteur droit avec flèche 11">
            <a:extLst>
              <a:ext uri="{FF2B5EF4-FFF2-40B4-BE49-F238E27FC236}">
                <a16:creationId xmlns:a16="http://schemas.microsoft.com/office/drawing/2014/main" id="{D6A25761-A302-E6AE-86B0-E538A545305B}"/>
              </a:ext>
            </a:extLst>
          </p:cNvPr>
          <p:cNvCxnSpPr>
            <a:cxnSpLocks/>
            <a:stCxn id="11" idx="6"/>
            <a:endCxn id="15" idx="0"/>
          </p:cNvCxnSpPr>
          <p:nvPr/>
        </p:nvCxnSpPr>
        <p:spPr>
          <a:xfrm>
            <a:off x="4238172" y="2586466"/>
            <a:ext cx="731354" cy="41491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A1279C27-6A34-56E5-2A6D-12B2190CB6A0}"/>
              </a:ext>
            </a:extLst>
          </p:cNvPr>
          <p:cNvSpPr/>
          <p:nvPr/>
        </p:nvSpPr>
        <p:spPr>
          <a:xfrm>
            <a:off x="729344" y="2112622"/>
            <a:ext cx="4215584" cy="289826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 name="ZoneTexte 16">
            <a:extLst>
              <a:ext uri="{FF2B5EF4-FFF2-40B4-BE49-F238E27FC236}">
                <a16:creationId xmlns:a16="http://schemas.microsoft.com/office/drawing/2014/main" id="{0B2AF5AA-1E68-145C-7495-D2C334F067DF}"/>
              </a:ext>
            </a:extLst>
          </p:cNvPr>
          <p:cNvSpPr txBox="1"/>
          <p:nvPr/>
        </p:nvSpPr>
        <p:spPr>
          <a:xfrm>
            <a:off x="4522238" y="1612010"/>
            <a:ext cx="314752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400" u="sng" dirty="0">
                <a:solidFill>
                  <a:srgbClr val="0F4761"/>
                </a:solidFill>
                <a:latin typeface="Britannic Bold"/>
              </a:rPr>
              <a:t>Dépannage Automate</a:t>
            </a:r>
            <a:endParaRPr lang="fr-FR" dirty="0"/>
          </a:p>
        </p:txBody>
      </p:sp>
      <p:pic>
        <p:nvPicPr>
          <p:cNvPr id="18" name="Image 17" descr="Une image contenant intérieur, bouteille, machine, réfrigérateur&#10;&#10;Le contenu généré par l’IA peut être incorrect.">
            <a:extLst>
              <a:ext uri="{FF2B5EF4-FFF2-40B4-BE49-F238E27FC236}">
                <a16:creationId xmlns:a16="http://schemas.microsoft.com/office/drawing/2014/main" id="{59F6546C-4220-54D0-9AD9-2F2A56CCD09E}"/>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137650" y="1870772"/>
            <a:ext cx="2181860" cy="3878580"/>
          </a:xfrm>
          <a:prstGeom prst="rect">
            <a:avLst/>
          </a:prstGeom>
        </p:spPr>
      </p:pic>
      <p:pic>
        <p:nvPicPr>
          <p:cNvPr id="19" name="Image 18" descr="Une image contenant texte, Appareils électroniques, intérieur, fourniture d’électricité&#10;&#10;Le contenu généré par l’IA peut être incorrect.">
            <a:extLst>
              <a:ext uri="{FF2B5EF4-FFF2-40B4-BE49-F238E27FC236}">
                <a16:creationId xmlns:a16="http://schemas.microsoft.com/office/drawing/2014/main" id="{8DE2E869-F05F-945B-5DB8-A6A6B42B023C}"/>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t="26293" b="26620"/>
          <a:stretch>
            <a:fillRect/>
          </a:stretch>
        </p:blipFill>
        <p:spPr bwMode="auto">
          <a:xfrm>
            <a:off x="5087619" y="3704121"/>
            <a:ext cx="3122860" cy="2613526"/>
          </a:xfrm>
          <a:prstGeom prst="rect">
            <a:avLst/>
          </a:prstGeom>
          <a:ln>
            <a:noFill/>
          </a:ln>
          <a:extLst>
            <a:ext uri="{53640926-AAD7-44D8-BBD7-CCE9431645EC}">
              <a14:shadowObscured xmlns:a14="http://schemas.microsoft.com/office/drawing/2010/main"/>
            </a:ext>
          </a:extLst>
        </p:spPr>
      </p:pic>
      <p:sp>
        <p:nvSpPr>
          <p:cNvPr id="20" name="Rectangle 19">
            <a:extLst>
              <a:ext uri="{FF2B5EF4-FFF2-40B4-BE49-F238E27FC236}">
                <a16:creationId xmlns:a16="http://schemas.microsoft.com/office/drawing/2014/main" id="{C3107E86-D19F-23A4-5D88-2DC639561B7F}"/>
              </a:ext>
            </a:extLst>
          </p:cNvPr>
          <p:cNvSpPr/>
          <p:nvPr/>
        </p:nvSpPr>
        <p:spPr>
          <a:xfrm>
            <a:off x="5100179" y="3704756"/>
            <a:ext cx="3109665" cy="260288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Rectangle 20">
            <a:extLst>
              <a:ext uri="{FF2B5EF4-FFF2-40B4-BE49-F238E27FC236}">
                <a16:creationId xmlns:a16="http://schemas.microsoft.com/office/drawing/2014/main" id="{F4E467BD-4E43-388D-86D8-6EFCE28C60F4}"/>
              </a:ext>
            </a:extLst>
          </p:cNvPr>
          <p:cNvSpPr/>
          <p:nvPr/>
        </p:nvSpPr>
        <p:spPr>
          <a:xfrm>
            <a:off x="9140190" y="1868232"/>
            <a:ext cx="2183765" cy="3880485"/>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2" name="Connecteur droit avec flèche 21">
            <a:extLst>
              <a:ext uri="{FF2B5EF4-FFF2-40B4-BE49-F238E27FC236}">
                <a16:creationId xmlns:a16="http://schemas.microsoft.com/office/drawing/2014/main" id="{09D65F17-2A41-D3BD-F304-EC61A2E2ECA7}"/>
              </a:ext>
            </a:extLst>
          </p:cNvPr>
          <p:cNvCxnSpPr>
            <a:cxnSpLocks/>
          </p:cNvCxnSpPr>
          <p:nvPr/>
        </p:nvCxnSpPr>
        <p:spPr>
          <a:xfrm flipV="1">
            <a:off x="8209844" y="3034861"/>
            <a:ext cx="1979944" cy="120727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6" name="Image 15"/>
          <p:cNvPicPr>
            <a:picLocks noChangeAspect="1"/>
          </p:cNvPicPr>
          <p:nvPr/>
        </p:nvPicPr>
        <p:blipFill>
          <a:blip r:embed="rId11"/>
          <a:stretch>
            <a:fillRect/>
          </a:stretch>
        </p:blipFill>
        <p:spPr>
          <a:xfrm>
            <a:off x="374676" y="2036707"/>
            <a:ext cx="4540463" cy="2951878"/>
          </a:xfrm>
          <a:prstGeom prst="rect">
            <a:avLst/>
          </a:prstGeom>
        </p:spPr>
      </p:pic>
      <p:pic>
        <p:nvPicPr>
          <p:cNvPr id="14" name="Image 13" descr="Une image contenant texte, écran, ordinateur, capture d’écran&#10;&#10;Le contenu généré par l’IA peut être incorrect.">
            <a:extLst>
              <a:ext uri="{FF2B5EF4-FFF2-40B4-BE49-F238E27FC236}">
                <a16:creationId xmlns:a16="http://schemas.microsoft.com/office/drawing/2014/main" id="{F915CA93-466D-EAF2-1465-13A99FEE2021}"/>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16637" t="14000" r="29517" b="77102"/>
          <a:stretch>
            <a:fillRect/>
          </a:stretch>
        </p:blipFill>
        <p:spPr bwMode="auto">
          <a:xfrm>
            <a:off x="1559729" y="3001378"/>
            <a:ext cx="6769764" cy="628391"/>
          </a:xfrm>
          <a:prstGeom prst="rect">
            <a:avLst/>
          </a:prstGeom>
          <a:ln>
            <a:noFill/>
          </a:ln>
          <a:extLst>
            <a:ext uri="{53640926-AAD7-44D8-BBD7-CCE9431645EC}">
              <a14:shadowObscured xmlns:a14="http://schemas.microsoft.com/office/drawing/2010/main"/>
            </a:ext>
          </a:extLst>
        </p:spPr>
      </p:pic>
      <p:sp>
        <p:nvSpPr>
          <p:cNvPr id="15" name="Rectangle 14">
            <a:extLst>
              <a:ext uri="{FF2B5EF4-FFF2-40B4-BE49-F238E27FC236}">
                <a16:creationId xmlns:a16="http://schemas.microsoft.com/office/drawing/2014/main" id="{960AF134-C625-0181-3222-FCBD2C1F804D}"/>
              </a:ext>
            </a:extLst>
          </p:cNvPr>
          <p:cNvSpPr/>
          <p:nvPr/>
        </p:nvSpPr>
        <p:spPr>
          <a:xfrm>
            <a:off x="1601120" y="3001378"/>
            <a:ext cx="6736811" cy="61015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23" name="Image 22"/>
          <p:cNvPicPr>
            <a:picLocks noChangeAspect="1"/>
          </p:cNvPicPr>
          <p:nvPr/>
        </p:nvPicPr>
        <p:blipFill>
          <a:blip r:embed="rId11"/>
          <a:stretch>
            <a:fillRect/>
          </a:stretch>
        </p:blipFill>
        <p:spPr>
          <a:xfrm>
            <a:off x="5057830" y="4402503"/>
            <a:ext cx="3152014" cy="871851"/>
          </a:xfrm>
          <a:prstGeom prst="rect">
            <a:avLst/>
          </a:prstGeom>
        </p:spPr>
      </p:pic>
    </p:spTree>
    <p:extLst>
      <p:ext uri="{BB962C8B-B14F-4D97-AF65-F5344CB8AC3E}">
        <p14:creationId xmlns:p14="http://schemas.microsoft.com/office/powerpoint/2010/main" val="415962406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D8C8C-BA4A-D6F9-8EFA-C1771FF06EAA}"/>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236E6F3-16CA-5222-2E76-EA8C804B2CD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B16A2761-756B-AE54-7873-3C10A6B6CC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CB851731-0363-9CF3-0EF4-812A359639DC}"/>
              </a:ext>
            </a:extLst>
          </p:cNvPr>
          <p:cNvSpPr txBox="1"/>
          <p:nvPr/>
        </p:nvSpPr>
        <p:spPr>
          <a:xfrm>
            <a:off x="11560629" y="6487886"/>
            <a:ext cx="558258" cy="369332"/>
          </a:xfrm>
          <a:prstGeom prst="rect">
            <a:avLst/>
          </a:prstGeom>
          <a:noFill/>
        </p:spPr>
        <p:txBody>
          <a:bodyPr wrap="square" rtlCol="0">
            <a:spAutoFit/>
          </a:bodyPr>
          <a:lstStyle/>
          <a:p>
            <a:r>
              <a:rPr lang="fr-FR" b="1" dirty="0">
                <a:solidFill>
                  <a:schemeClr val="bg2">
                    <a:lumMod val="50000"/>
                  </a:schemeClr>
                </a:solidFill>
              </a:rPr>
              <a:t>31</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19262DA3-41F5-2FB9-97CA-802EF0214FD8}"/>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3" name="Image 2">
            <a:extLst>
              <a:ext uri="{FF2B5EF4-FFF2-40B4-BE49-F238E27FC236}">
                <a16:creationId xmlns:a16="http://schemas.microsoft.com/office/drawing/2014/main" id="{7F8E39A2-7303-7DD8-E5AA-0D0DD2A670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7" name="Image 6">
            <a:extLst>
              <a:ext uri="{FF2B5EF4-FFF2-40B4-BE49-F238E27FC236}">
                <a16:creationId xmlns:a16="http://schemas.microsoft.com/office/drawing/2014/main" id="{33483998-5B88-8EEA-2936-C05C845F1EEC}"/>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8" name="Image 7">
            <a:extLst>
              <a:ext uri="{FF2B5EF4-FFF2-40B4-BE49-F238E27FC236}">
                <a16:creationId xmlns:a16="http://schemas.microsoft.com/office/drawing/2014/main" id="{4EFDE14D-5150-DC2B-563D-FCA7F39E2FD3}"/>
              </a:ext>
            </a:extLst>
          </p:cNvPr>
          <p:cNvPicPr>
            <a:picLocks noChangeAspect="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9" name="Rectangle 8">
            <a:extLst>
              <a:ext uri="{FF2B5EF4-FFF2-40B4-BE49-F238E27FC236}">
                <a16:creationId xmlns:a16="http://schemas.microsoft.com/office/drawing/2014/main" id="{5D2309A2-4E2D-368F-228B-E2B4F054096C}"/>
              </a:ext>
            </a:extLst>
          </p:cNvPr>
          <p:cNvSpPr/>
          <p:nvPr/>
        </p:nvSpPr>
        <p:spPr>
          <a:xfrm>
            <a:off x="308343" y="6052624"/>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mage 9" descr="Une image contenant texte, circuit, ingénierie, fils électriques&#10;&#10;Le contenu généré par l’IA peut être incorrect.">
            <a:extLst>
              <a:ext uri="{FF2B5EF4-FFF2-40B4-BE49-F238E27FC236}">
                <a16:creationId xmlns:a16="http://schemas.microsoft.com/office/drawing/2014/main" id="{D436C117-76FC-2896-A491-772878DC213A}"/>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t="15325" b="20127"/>
          <a:stretch>
            <a:fillRect/>
          </a:stretch>
        </p:blipFill>
        <p:spPr bwMode="auto">
          <a:xfrm>
            <a:off x="7575692" y="1588165"/>
            <a:ext cx="3855723" cy="4401487"/>
          </a:xfrm>
          <a:prstGeom prst="rect">
            <a:avLst/>
          </a:prstGeom>
          <a:ln>
            <a:noFill/>
          </a:ln>
          <a:extLst>
            <a:ext uri="{53640926-AAD7-44D8-BBD7-CCE9431645EC}">
              <a14:shadowObscured xmlns:a14="http://schemas.microsoft.com/office/drawing/2010/main"/>
            </a:ext>
          </a:extLst>
        </p:spPr>
      </p:pic>
      <p:sp>
        <p:nvSpPr>
          <p:cNvPr id="11" name="Rectangle 10">
            <a:extLst>
              <a:ext uri="{FF2B5EF4-FFF2-40B4-BE49-F238E27FC236}">
                <a16:creationId xmlns:a16="http://schemas.microsoft.com/office/drawing/2014/main" id="{B52C7F55-79EB-4884-56E6-6511211B2B0B}"/>
              </a:ext>
            </a:extLst>
          </p:cNvPr>
          <p:cNvSpPr/>
          <p:nvPr/>
        </p:nvSpPr>
        <p:spPr>
          <a:xfrm>
            <a:off x="7581961" y="1578640"/>
            <a:ext cx="3840563" cy="441101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Zone de texte 2">
            <a:extLst>
              <a:ext uri="{FF2B5EF4-FFF2-40B4-BE49-F238E27FC236}">
                <a16:creationId xmlns:a16="http://schemas.microsoft.com/office/drawing/2014/main" id="{221BAFE4-DE3E-C1CD-7D68-DDD2AE7BC499}"/>
              </a:ext>
            </a:extLst>
          </p:cNvPr>
          <p:cNvSpPr txBox="1">
            <a:spLocks noChangeArrowheads="1"/>
          </p:cNvSpPr>
          <p:nvPr/>
        </p:nvSpPr>
        <p:spPr bwMode="auto">
          <a:xfrm>
            <a:off x="7200946" y="2924088"/>
            <a:ext cx="1788894" cy="353112"/>
          </a:xfrm>
          <a:prstGeom prst="rect">
            <a:avLst/>
          </a:prstGeom>
          <a:solidFill>
            <a:schemeClr val="bg1"/>
          </a:solidFill>
          <a:ln w="19050">
            <a:solidFill>
              <a:srgbClr val="FF0000"/>
            </a:solidFill>
            <a:miter lim="800000"/>
            <a:headEnd/>
            <a:tailEnd/>
          </a:ln>
        </p:spPr>
        <p:txBody>
          <a:bodyPr rot="0" vert="horz" wrap="square" lIns="91440" tIns="45720" rIns="91440" bIns="45720" anchor="t" anchorCtr="0">
            <a:noAutofit/>
          </a:bodyPr>
          <a:lstStyle/>
          <a:p>
            <a:pPr>
              <a:lnSpc>
                <a:spcPct val="107000"/>
              </a:lnSpc>
              <a:spcAft>
                <a:spcPts val="800"/>
              </a:spcAft>
              <a:buNone/>
            </a:pPr>
            <a:r>
              <a:rPr lang="fr-FR" sz="1100">
                <a:solidFill>
                  <a:srgbClr val="FF0000"/>
                </a:solidFill>
                <a:effectLst/>
                <a:latin typeface="Aptos" panose="020B0004020202020204" pitchFamily="34" charset="0"/>
                <a:ea typeface="Aptos" panose="020B0004020202020204" pitchFamily="34" charset="0"/>
                <a:cs typeface="Times New Roman" panose="02020603050405020304" pitchFamily="18" charset="0"/>
              </a:rPr>
              <a:t>Voyant d’alimentation</a:t>
            </a:r>
            <a:endParaRPr lang="en-US" sz="1100">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13" name="Connecteur droit avec flèche 12">
            <a:extLst>
              <a:ext uri="{FF2B5EF4-FFF2-40B4-BE49-F238E27FC236}">
                <a16:creationId xmlns:a16="http://schemas.microsoft.com/office/drawing/2014/main" id="{0987D8DA-31D7-B340-0ECF-90F4C6D1605C}"/>
              </a:ext>
            </a:extLst>
          </p:cNvPr>
          <p:cNvCxnSpPr>
            <a:cxnSpLocks/>
          </p:cNvCxnSpPr>
          <p:nvPr/>
        </p:nvCxnSpPr>
        <p:spPr>
          <a:xfrm>
            <a:off x="8407862" y="3247737"/>
            <a:ext cx="85725" cy="43116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eur droit avec flèche 13">
            <a:extLst>
              <a:ext uri="{FF2B5EF4-FFF2-40B4-BE49-F238E27FC236}">
                <a16:creationId xmlns:a16="http://schemas.microsoft.com/office/drawing/2014/main" id="{6B2837F2-D051-B79F-3F8B-51401CAE1EA8}"/>
              </a:ext>
            </a:extLst>
          </p:cNvPr>
          <p:cNvCxnSpPr>
            <a:cxnSpLocks/>
          </p:cNvCxnSpPr>
          <p:nvPr/>
        </p:nvCxnSpPr>
        <p:spPr>
          <a:xfrm>
            <a:off x="8417130" y="3286472"/>
            <a:ext cx="467360" cy="39243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eur droit avec flèche 14">
            <a:extLst>
              <a:ext uri="{FF2B5EF4-FFF2-40B4-BE49-F238E27FC236}">
                <a16:creationId xmlns:a16="http://schemas.microsoft.com/office/drawing/2014/main" id="{ADFA4FD1-3542-13D9-0B95-15F2F8EA36D9}"/>
              </a:ext>
            </a:extLst>
          </p:cNvPr>
          <p:cNvCxnSpPr>
            <a:cxnSpLocks/>
          </p:cNvCxnSpPr>
          <p:nvPr/>
        </p:nvCxnSpPr>
        <p:spPr>
          <a:xfrm>
            <a:off x="8398074" y="3267928"/>
            <a:ext cx="859736" cy="30254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eur droit avec flèche 15">
            <a:extLst>
              <a:ext uri="{FF2B5EF4-FFF2-40B4-BE49-F238E27FC236}">
                <a16:creationId xmlns:a16="http://schemas.microsoft.com/office/drawing/2014/main" id="{7711B01F-58E8-F00E-0A9A-E59B1578AF09}"/>
              </a:ext>
            </a:extLst>
          </p:cNvPr>
          <p:cNvCxnSpPr>
            <a:cxnSpLocks/>
          </p:cNvCxnSpPr>
          <p:nvPr/>
        </p:nvCxnSpPr>
        <p:spPr>
          <a:xfrm>
            <a:off x="8415896" y="3264962"/>
            <a:ext cx="1424789" cy="30550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8" name="Image 37" descr="Une image contenant circuit, texte, ingénierie, intérieur&#10;&#10;Le contenu généré par l’IA peut être incorrect.">
            <a:extLst>
              <a:ext uri="{FF2B5EF4-FFF2-40B4-BE49-F238E27FC236}">
                <a16:creationId xmlns:a16="http://schemas.microsoft.com/office/drawing/2014/main" id="{699BDDB1-3AD1-A260-5929-2C84EDD22577}"/>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t="11111" b="17822"/>
          <a:stretch>
            <a:fillRect/>
          </a:stretch>
        </p:blipFill>
        <p:spPr bwMode="auto">
          <a:xfrm>
            <a:off x="821095" y="1578640"/>
            <a:ext cx="3530900" cy="4419404"/>
          </a:xfrm>
          <a:prstGeom prst="rect">
            <a:avLst/>
          </a:prstGeom>
          <a:ln>
            <a:noFill/>
          </a:ln>
          <a:extLst>
            <a:ext uri="{53640926-AAD7-44D8-BBD7-CCE9431645EC}">
              <a14:shadowObscured xmlns:a14="http://schemas.microsoft.com/office/drawing/2010/main"/>
            </a:ext>
          </a:extLst>
        </p:spPr>
      </p:pic>
      <p:sp>
        <p:nvSpPr>
          <p:cNvPr id="39" name="Rectangle 38">
            <a:extLst>
              <a:ext uri="{FF2B5EF4-FFF2-40B4-BE49-F238E27FC236}">
                <a16:creationId xmlns:a16="http://schemas.microsoft.com/office/drawing/2014/main" id="{F8137AC2-A457-9402-6076-2D8619E1760B}"/>
              </a:ext>
            </a:extLst>
          </p:cNvPr>
          <p:cNvSpPr/>
          <p:nvPr/>
        </p:nvSpPr>
        <p:spPr>
          <a:xfrm>
            <a:off x="795845" y="1579276"/>
            <a:ext cx="3537661" cy="4410376"/>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1" name="Connecteur droit avec flèche 40">
            <a:extLst>
              <a:ext uri="{FF2B5EF4-FFF2-40B4-BE49-F238E27FC236}">
                <a16:creationId xmlns:a16="http://schemas.microsoft.com/office/drawing/2014/main" id="{E4874310-1DCE-0678-DB6E-E6C96AE7BB2F}"/>
              </a:ext>
            </a:extLst>
          </p:cNvPr>
          <p:cNvCxnSpPr>
            <a:cxnSpLocks/>
            <a:stCxn id="39" idx="3"/>
            <a:endCxn id="11" idx="1"/>
          </p:cNvCxnSpPr>
          <p:nvPr/>
        </p:nvCxnSpPr>
        <p:spPr>
          <a:xfrm flipV="1">
            <a:off x="4333506" y="3784146"/>
            <a:ext cx="3248455" cy="31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0" name="Image 19"/>
          <p:cNvPicPr>
            <a:picLocks noChangeAspect="1"/>
          </p:cNvPicPr>
          <p:nvPr/>
        </p:nvPicPr>
        <p:blipFill>
          <a:blip r:embed="rId10"/>
          <a:stretch>
            <a:fillRect/>
          </a:stretch>
        </p:blipFill>
        <p:spPr>
          <a:xfrm>
            <a:off x="227799" y="2202963"/>
            <a:ext cx="4540463" cy="2951878"/>
          </a:xfrm>
          <a:prstGeom prst="rect">
            <a:avLst/>
          </a:prstGeom>
        </p:spPr>
      </p:pic>
      <p:pic>
        <p:nvPicPr>
          <p:cNvPr id="21" name="Image 20"/>
          <p:cNvPicPr>
            <a:picLocks noChangeAspect="1"/>
          </p:cNvPicPr>
          <p:nvPr/>
        </p:nvPicPr>
        <p:blipFill>
          <a:blip r:embed="rId10"/>
          <a:stretch>
            <a:fillRect/>
          </a:stretch>
        </p:blipFill>
        <p:spPr>
          <a:xfrm>
            <a:off x="7299295" y="3416479"/>
            <a:ext cx="4540463" cy="1781517"/>
          </a:xfrm>
          <a:prstGeom prst="rect">
            <a:avLst/>
          </a:prstGeom>
        </p:spPr>
      </p:pic>
    </p:spTree>
    <p:extLst>
      <p:ext uri="{BB962C8B-B14F-4D97-AF65-F5344CB8AC3E}">
        <p14:creationId xmlns:p14="http://schemas.microsoft.com/office/powerpoint/2010/main" val="126321874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25FF1-26D4-F917-08AA-F37537BE17C1}"/>
            </a:ext>
          </a:extLst>
        </p:cNvPr>
        <p:cNvGrpSpPr/>
        <p:nvPr/>
      </p:nvGrpSpPr>
      <p:grpSpPr>
        <a:xfrm>
          <a:off x="0" y="0"/>
          <a:ext cx="0" cy="0"/>
          <a:chOff x="0" y="0"/>
          <a:chExt cx="0" cy="0"/>
        </a:xfrm>
      </p:grpSpPr>
      <p:pic>
        <p:nvPicPr>
          <p:cNvPr id="11" name="Image 10" descr="Une image contenant texte, Appareils électroniques, affichage, Appareil de présentation&#10;&#10;Le contenu généré par l’IA peut être incorrect.">
            <a:extLst>
              <a:ext uri="{FF2B5EF4-FFF2-40B4-BE49-F238E27FC236}">
                <a16:creationId xmlns:a16="http://schemas.microsoft.com/office/drawing/2014/main" id="{D652643D-2021-9B52-EFDB-D01ABDF807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08000" y="1828406"/>
            <a:ext cx="7176000" cy="4036500"/>
          </a:xfrm>
          <a:prstGeom prst="rect">
            <a:avLst/>
          </a:prstGeom>
        </p:spPr>
      </p:pic>
      <p:pic>
        <p:nvPicPr>
          <p:cNvPr id="4" name="Image 3">
            <a:extLst>
              <a:ext uri="{FF2B5EF4-FFF2-40B4-BE49-F238E27FC236}">
                <a16:creationId xmlns:a16="http://schemas.microsoft.com/office/drawing/2014/main" id="{29A897AF-D6D0-ABFB-43B1-3EE75EFE7EF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A9FDB1F1-B1A6-1ADD-AD16-FC93D3421A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642A041B-8909-1439-0386-4EA40393B2D2}"/>
              </a:ext>
            </a:extLst>
          </p:cNvPr>
          <p:cNvSpPr txBox="1"/>
          <p:nvPr/>
        </p:nvSpPr>
        <p:spPr>
          <a:xfrm>
            <a:off x="11560629" y="6487886"/>
            <a:ext cx="558258" cy="369332"/>
          </a:xfrm>
          <a:prstGeom prst="rect">
            <a:avLst/>
          </a:prstGeom>
          <a:noFill/>
        </p:spPr>
        <p:txBody>
          <a:bodyPr wrap="square" rtlCol="0">
            <a:spAutoFit/>
          </a:bodyPr>
          <a:lstStyle/>
          <a:p>
            <a:r>
              <a:rPr lang="fr-FR" b="1" dirty="0">
                <a:solidFill>
                  <a:schemeClr val="bg2">
                    <a:lumMod val="50000"/>
                  </a:schemeClr>
                </a:solidFill>
              </a:rPr>
              <a:t>32</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D93088C2-EDC4-EDB5-49C3-2BCA600A5F3D}"/>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3" name="Image 2">
            <a:extLst>
              <a:ext uri="{FF2B5EF4-FFF2-40B4-BE49-F238E27FC236}">
                <a16:creationId xmlns:a16="http://schemas.microsoft.com/office/drawing/2014/main" id="{EACE9064-11DC-5BA3-2B4F-569ADF39093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7" name="Image 6">
            <a:extLst>
              <a:ext uri="{FF2B5EF4-FFF2-40B4-BE49-F238E27FC236}">
                <a16:creationId xmlns:a16="http://schemas.microsoft.com/office/drawing/2014/main" id="{CBCC929C-FFB6-F7DE-14BE-7AF6EDDF84F6}"/>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8" name="Image 7">
            <a:extLst>
              <a:ext uri="{FF2B5EF4-FFF2-40B4-BE49-F238E27FC236}">
                <a16:creationId xmlns:a16="http://schemas.microsoft.com/office/drawing/2014/main" id="{FC41B5F0-52B6-E786-FC30-6A1376C97750}"/>
              </a:ext>
            </a:extLst>
          </p:cNvPr>
          <p:cNvPicPr>
            <a:picLocks noChangeAspect="1"/>
          </p:cNvPicPr>
          <p:nvPr/>
        </p:nvPicPr>
        <p:blipFill>
          <a:blip r:embed="rId8"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9" name="Rectangle 8">
            <a:extLst>
              <a:ext uri="{FF2B5EF4-FFF2-40B4-BE49-F238E27FC236}">
                <a16:creationId xmlns:a16="http://schemas.microsoft.com/office/drawing/2014/main" id="{F5ACFF4F-2E75-9C31-B28B-E3811A4B96B5}"/>
              </a:ext>
            </a:extLst>
          </p:cNvPr>
          <p:cNvSpPr/>
          <p:nvPr/>
        </p:nvSpPr>
        <p:spPr>
          <a:xfrm>
            <a:off x="308343" y="6052624"/>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9E5AB1-0D70-D684-D187-48C1A10711B9}"/>
              </a:ext>
            </a:extLst>
          </p:cNvPr>
          <p:cNvSpPr/>
          <p:nvPr/>
        </p:nvSpPr>
        <p:spPr>
          <a:xfrm>
            <a:off x="2508000" y="1828406"/>
            <a:ext cx="7176000" cy="4036500"/>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12" name="Image 11"/>
          <p:cNvPicPr>
            <a:picLocks noChangeAspect="1"/>
          </p:cNvPicPr>
          <p:nvPr/>
        </p:nvPicPr>
        <p:blipFill>
          <a:blip r:embed="rId9"/>
          <a:stretch>
            <a:fillRect/>
          </a:stretch>
        </p:blipFill>
        <p:spPr>
          <a:xfrm>
            <a:off x="2586545" y="1828406"/>
            <a:ext cx="7035495" cy="4063061"/>
          </a:xfrm>
          <a:prstGeom prst="rect">
            <a:avLst/>
          </a:prstGeom>
        </p:spPr>
      </p:pic>
    </p:spTree>
    <p:extLst>
      <p:ext uri="{BB962C8B-B14F-4D97-AF65-F5344CB8AC3E}">
        <p14:creationId xmlns:p14="http://schemas.microsoft.com/office/powerpoint/2010/main" val="246372315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27C8A-CDFC-59D1-9215-CBF7189E0D30}"/>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0D9D3A12-8762-5731-0E35-4F305D958C3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BFB8751B-F151-0D03-D646-CCF8913FE9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10521812-674D-4859-D4EB-3BF95AA9C892}"/>
              </a:ext>
            </a:extLst>
          </p:cNvPr>
          <p:cNvSpPr txBox="1"/>
          <p:nvPr/>
        </p:nvSpPr>
        <p:spPr>
          <a:xfrm>
            <a:off x="11560629" y="6487886"/>
            <a:ext cx="631371" cy="369332"/>
          </a:xfrm>
          <a:prstGeom prst="rect">
            <a:avLst/>
          </a:prstGeom>
          <a:noFill/>
        </p:spPr>
        <p:txBody>
          <a:bodyPr wrap="square" rtlCol="0">
            <a:spAutoFit/>
          </a:bodyPr>
          <a:lstStyle/>
          <a:p>
            <a:r>
              <a:rPr lang="fr-FR" b="1" dirty="0">
                <a:solidFill>
                  <a:schemeClr val="bg2">
                    <a:lumMod val="50000"/>
                  </a:schemeClr>
                </a:solidFill>
              </a:rPr>
              <a:t>33</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FAC1BD43-4A4E-ECD2-A0E3-B1AB06F426AA}"/>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3" name="Image 2">
            <a:extLst>
              <a:ext uri="{FF2B5EF4-FFF2-40B4-BE49-F238E27FC236}">
                <a16:creationId xmlns:a16="http://schemas.microsoft.com/office/drawing/2014/main" id="{1E876594-1242-5994-94B0-0C9885AAD4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7" name="Image 6">
            <a:extLst>
              <a:ext uri="{FF2B5EF4-FFF2-40B4-BE49-F238E27FC236}">
                <a16:creationId xmlns:a16="http://schemas.microsoft.com/office/drawing/2014/main" id="{CC63F2E9-AB3E-F944-CE50-516044FE55E8}"/>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8" name="Image 7">
            <a:extLst>
              <a:ext uri="{FF2B5EF4-FFF2-40B4-BE49-F238E27FC236}">
                <a16:creationId xmlns:a16="http://schemas.microsoft.com/office/drawing/2014/main" id="{9C75664F-022F-DBC9-A3E4-16DC79668669}"/>
              </a:ext>
            </a:extLst>
          </p:cNvPr>
          <p:cNvPicPr>
            <a:picLocks noChangeAspect="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9" name="Rectangle 8">
            <a:extLst>
              <a:ext uri="{FF2B5EF4-FFF2-40B4-BE49-F238E27FC236}">
                <a16:creationId xmlns:a16="http://schemas.microsoft.com/office/drawing/2014/main" id="{D69368F7-3EA9-9FCA-EDCB-C3E69A7D8B56}"/>
              </a:ext>
            </a:extLst>
          </p:cNvPr>
          <p:cNvSpPr/>
          <p:nvPr/>
        </p:nvSpPr>
        <p:spPr>
          <a:xfrm>
            <a:off x="308343" y="6052624"/>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mage 9" descr="Une image contenant texte, écran, Appareils électroniques, multimédia&#10;&#10;Le contenu généré par l’IA peut être incorrect.">
            <a:extLst>
              <a:ext uri="{FF2B5EF4-FFF2-40B4-BE49-F238E27FC236}">
                <a16:creationId xmlns:a16="http://schemas.microsoft.com/office/drawing/2014/main" id="{763501F3-7994-CD32-4B67-39448AA8A553}"/>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t="19121" b="2639"/>
          <a:stretch>
            <a:fillRect/>
          </a:stretch>
        </p:blipFill>
        <p:spPr bwMode="auto">
          <a:xfrm>
            <a:off x="1487487" y="1789234"/>
            <a:ext cx="3065780" cy="4263390"/>
          </a:xfrm>
          <a:prstGeom prst="rect">
            <a:avLst/>
          </a:prstGeom>
          <a:ln>
            <a:noFill/>
          </a:ln>
          <a:extLst>
            <a:ext uri="{53640926-AAD7-44D8-BBD7-CCE9431645EC}">
              <a14:shadowObscured xmlns:a14="http://schemas.microsoft.com/office/drawing/2010/main"/>
            </a:ext>
          </a:extLst>
        </p:spPr>
      </p:pic>
      <p:sp>
        <p:nvSpPr>
          <p:cNvPr id="14" name="Rectangle 13">
            <a:extLst>
              <a:ext uri="{FF2B5EF4-FFF2-40B4-BE49-F238E27FC236}">
                <a16:creationId xmlns:a16="http://schemas.microsoft.com/office/drawing/2014/main" id="{B14AC605-1026-6DF4-9DCD-B75412F7754D}"/>
              </a:ext>
            </a:extLst>
          </p:cNvPr>
          <p:cNvSpPr/>
          <p:nvPr/>
        </p:nvSpPr>
        <p:spPr>
          <a:xfrm>
            <a:off x="1487487" y="1801934"/>
            <a:ext cx="3074035" cy="4250690"/>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ZoneTexte 15">
            <a:extLst>
              <a:ext uri="{FF2B5EF4-FFF2-40B4-BE49-F238E27FC236}">
                <a16:creationId xmlns:a16="http://schemas.microsoft.com/office/drawing/2014/main" id="{AF211A6A-F37E-7670-CC32-97D54C1A4B22}"/>
              </a:ext>
            </a:extLst>
          </p:cNvPr>
          <p:cNvSpPr txBox="1"/>
          <p:nvPr/>
        </p:nvSpPr>
        <p:spPr>
          <a:xfrm>
            <a:off x="4668593" y="1611208"/>
            <a:ext cx="314752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400" u="sng" dirty="0">
                <a:solidFill>
                  <a:srgbClr val="0F4761"/>
                </a:solidFill>
                <a:latin typeface="Britannic Bold"/>
              </a:rPr>
              <a:t>Dépannage « IGBT »</a:t>
            </a:r>
            <a:endParaRPr lang="fr-FR" dirty="0"/>
          </a:p>
        </p:txBody>
      </p:sp>
      <p:pic>
        <p:nvPicPr>
          <p:cNvPr id="11" name="Image 10" descr="Une image contenant texte, écran, Appareils électroniques, multimédia&#10;&#10;Le contenu généré par l’IA peut être incorrect.">
            <a:extLst>
              <a:ext uri="{FF2B5EF4-FFF2-40B4-BE49-F238E27FC236}">
                <a16:creationId xmlns:a16="http://schemas.microsoft.com/office/drawing/2014/main" id="{C0CC1C0B-2F1A-225B-6357-9F5EE7FED501}"/>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21133" t="43153" r="19609" b="43539"/>
          <a:stretch>
            <a:fillRect/>
          </a:stretch>
        </p:blipFill>
        <p:spPr bwMode="auto">
          <a:xfrm>
            <a:off x="5833964" y="3001826"/>
            <a:ext cx="3967480" cy="1583690"/>
          </a:xfrm>
          <a:prstGeom prst="rect">
            <a:avLst/>
          </a:prstGeom>
          <a:ln>
            <a:noFill/>
          </a:ln>
          <a:extLst>
            <a:ext uri="{53640926-AAD7-44D8-BBD7-CCE9431645EC}">
              <a14:shadowObscured xmlns:a14="http://schemas.microsoft.com/office/drawing/2010/main"/>
            </a:ext>
          </a:extLst>
        </p:spPr>
      </p:pic>
      <p:sp>
        <p:nvSpPr>
          <p:cNvPr id="15" name="Rectangle 14">
            <a:extLst>
              <a:ext uri="{FF2B5EF4-FFF2-40B4-BE49-F238E27FC236}">
                <a16:creationId xmlns:a16="http://schemas.microsoft.com/office/drawing/2014/main" id="{BEF66480-71E5-7BB7-99F6-B82952613624}"/>
              </a:ext>
            </a:extLst>
          </p:cNvPr>
          <p:cNvSpPr/>
          <p:nvPr/>
        </p:nvSpPr>
        <p:spPr>
          <a:xfrm>
            <a:off x="5830789" y="2989126"/>
            <a:ext cx="3970655" cy="159639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3" name="Connecteur droit avec flèche 12">
            <a:extLst>
              <a:ext uri="{FF2B5EF4-FFF2-40B4-BE49-F238E27FC236}">
                <a16:creationId xmlns:a16="http://schemas.microsoft.com/office/drawing/2014/main" id="{64383363-6435-7141-7A70-ACFA2A13F44A}"/>
              </a:ext>
            </a:extLst>
          </p:cNvPr>
          <p:cNvCxnSpPr>
            <a:cxnSpLocks/>
            <a:stCxn id="12" idx="6"/>
            <a:endCxn id="15" idx="1"/>
          </p:cNvCxnSpPr>
          <p:nvPr/>
        </p:nvCxnSpPr>
        <p:spPr>
          <a:xfrm>
            <a:off x="4558982" y="3513577"/>
            <a:ext cx="1271807" cy="27374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Ellipse 11">
            <a:extLst>
              <a:ext uri="{FF2B5EF4-FFF2-40B4-BE49-F238E27FC236}">
                <a16:creationId xmlns:a16="http://schemas.microsoft.com/office/drawing/2014/main" id="{49A6DB7B-ED59-3682-BC31-55588C86F6B1}"/>
              </a:ext>
            </a:extLst>
          </p:cNvPr>
          <p:cNvSpPr/>
          <p:nvPr/>
        </p:nvSpPr>
        <p:spPr>
          <a:xfrm>
            <a:off x="1897697" y="3095429"/>
            <a:ext cx="2661285" cy="836295"/>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17" name="Image 16"/>
          <p:cNvPicPr>
            <a:picLocks noChangeAspect="1"/>
          </p:cNvPicPr>
          <p:nvPr/>
        </p:nvPicPr>
        <p:blipFill>
          <a:blip r:embed="rId10"/>
          <a:stretch>
            <a:fillRect/>
          </a:stretch>
        </p:blipFill>
        <p:spPr>
          <a:xfrm>
            <a:off x="1404485" y="1801934"/>
            <a:ext cx="3157037" cy="4242298"/>
          </a:xfrm>
          <a:prstGeom prst="rect">
            <a:avLst/>
          </a:prstGeom>
        </p:spPr>
      </p:pic>
    </p:spTree>
    <p:extLst>
      <p:ext uri="{BB962C8B-B14F-4D97-AF65-F5344CB8AC3E}">
        <p14:creationId xmlns:p14="http://schemas.microsoft.com/office/powerpoint/2010/main" val="325945172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17248-1384-30EB-8FEF-63A7CCF909EC}"/>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EB9A423C-A34F-4178-AB73-72DF6EDD799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EE9EB44D-A5D6-C315-FB7A-BAEA2C1EE7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66B174A8-621A-9462-3CA9-A004D550709B}"/>
              </a:ext>
            </a:extLst>
          </p:cNvPr>
          <p:cNvSpPr txBox="1"/>
          <p:nvPr/>
        </p:nvSpPr>
        <p:spPr>
          <a:xfrm>
            <a:off x="11560629" y="6487886"/>
            <a:ext cx="671221" cy="369332"/>
          </a:xfrm>
          <a:prstGeom prst="rect">
            <a:avLst/>
          </a:prstGeom>
          <a:noFill/>
        </p:spPr>
        <p:txBody>
          <a:bodyPr wrap="square" rtlCol="0">
            <a:spAutoFit/>
          </a:bodyPr>
          <a:lstStyle/>
          <a:p>
            <a:r>
              <a:rPr lang="fr-FR" b="1" dirty="0">
                <a:solidFill>
                  <a:schemeClr val="bg2">
                    <a:lumMod val="50000"/>
                  </a:schemeClr>
                </a:solidFill>
              </a:rPr>
              <a:t>34</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9D74C5A5-DD24-AFE3-2F86-699109C72CEE}"/>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3" name="Image 2">
            <a:extLst>
              <a:ext uri="{FF2B5EF4-FFF2-40B4-BE49-F238E27FC236}">
                <a16:creationId xmlns:a16="http://schemas.microsoft.com/office/drawing/2014/main" id="{59A0DF31-9549-5757-1C07-98A9BA0371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7" name="Image 6">
            <a:extLst>
              <a:ext uri="{FF2B5EF4-FFF2-40B4-BE49-F238E27FC236}">
                <a16:creationId xmlns:a16="http://schemas.microsoft.com/office/drawing/2014/main" id="{8A70349C-7227-F30E-0EB9-C1984BA537E3}"/>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8" name="Image 7">
            <a:extLst>
              <a:ext uri="{FF2B5EF4-FFF2-40B4-BE49-F238E27FC236}">
                <a16:creationId xmlns:a16="http://schemas.microsoft.com/office/drawing/2014/main" id="{B1B7CE1C-F586-B77B-2915-38DC84D4E079}"/>
              </a:ext>
            </a:extLst>
          </p:cNvPr>
          <p:cNvPicPr>
            <a:picLocks noChangeAspect="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9" name="Rectangle 8">
            <a:extLst>
              <a:ext uri="{FF2B5EF4-FFF2-40B4-BE49-F238E27FC236}">
                <a16:creationId xmlns:a16="http://schemas.microsoft.com/office/drawing/2014/main" id="{C8A3DD06-4BD2-3B9E-26F0-5EFB5B12B5A2}"/>
              </a:ext>
            </a:extLst>
          </p:cNvPr>
          <p:cNvSpPr/>
          <p:nvPr/>
        </p:nvSpPr>
        <p:spPr>
          <a:xfrm>
            <a:off x="308343" y="6052624"/>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ZoneTexte 9">
            <a:extLst>
              <a:ext uri="{FF2B5EF4-FFF2-40B4-BE49-F238E27FC236}">
                <a16:creationId xmlns:a16="http://schemas.microsoft.com/office/drawing/2014/main" id="{AD48AF3B-29D0-3793-3AF8-CE3915CFDB72}"/>
              </a:ext>
            </a:extLst>
          </p:cNvPr>
          <p:cNvSpPr txBox="1"/>
          <p:nvPr/>
        </p:nvSpPr>
        <p:spPr>
          <a:xfrm>
            <a:off x="435095" y="2012248"/>
            <a:ext cx="6765851" cy="369332"/>
          </a:xfrm>
          <a:prstGeom prst="rect">
            <a:avLst/>
          </a:prstGeom>
          <a:noFill/>
        </p:spPr>
        <p:txBody>
          <a:bodyPr wrap="square">
            <a:spAutoFit/>
          </a:bodyPr>
          <a:lstStyle/>
          <a:p>
            <a:r>
              <a:rPr lang="fr-FR" b="1" kern="0" dirty="0">
                <a:latin typeface="Aptos" panose="020B0004020202020204" pitchFamily="34" charset="0"/>
                <a:ea typeface="Aptos" panose="020B0004020202020204" pitchFamily="34" charset="0"/>
                <a:cs typeface="Times New Roman" panose="02020603050405020304" pitchFamily="18" charset="0"/>
              </a:rPr>
              <a:t>Qu’est ce qu’un</a:t>
            </a:r>
            <a:r>
              <a:rPr lang="fr-FR" sz="1800" b="1" kern="0" dirty="0">
                <a:effectLst/>
                <a:latin typeface="Aptos" panose="020B0004020202020204" pitchFamily="34" charset="0"/>
                <a:ea typeface="Aptos" panose="020B0004020202020204" pitchFamily="34" charset="0"/>
                <a:cs typeface="Times New Roman" panose="02020603050405020304" pitchFamily="18" charset="0"/>
              </a:rPr>
              <a:t> transistor bipolaire a grille isolée ?</a:t>
            </a:r>
            <a:endParaRPr lang="en-US" b="1" dirty="0"/>
          </a:p>
        </p:txBody>
      </p:sp>
      <p:pic>
        <p:nvPicPr>
          <p:cNvPr id="11" name="Image 10" descr="Une image contenant plein air, sol, machine, herbe&#10;&#10;Le contenu généré par l’IA peut être incorrect.">
            <a:extLst>
              <a:ext uri="{FF2B5EF4-FFF2-40B4-BE49-F238E27FC236}">
                <a16:creationId xmlns:a16="http://schemas.microsoft.com/office/drawing/2014/main" id="{D21850A7-434F-60C9-BC38-82C1051A046E}"/>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b="18266"/>
          <a:stretch>
            <a:fillRect/>
          </a:stretch>
        </p:blipFill>
        <p:spPr bwMode="auto">
          <a:xfrm>
            <a:off x="8397965" y="2029324"/>
            <a:ext cx="2428240" cy="3528695"/>
          </a:xfrm>
          <a:prstGeom prst="rect">
            <a:avLst/>
          </a:prstGeom>
          <a:ln>
            <a:noFill/>
          </a:ln>
          <a:extLst>
            <a:ext uri="{53640926-AAD7-44D8-BBD7-CCE9431645EC}">
              <a14:shadowObscured xmlns:a14="http://schemas.microsoft.com/office/drawing/2010/main"/>
            </a:ext>
          </a:extLst>
        </p:spPr>
      </p:pic>
      <p:sp>
        <p:nvSpPr>
          <p:cNvPr id="12" name="Rectangle 11">
            <a:extLst>
              <a:ext uri="{FF2B5EF4-FFF2-40B4-BE49-F238E27FC236}">
                <a16:creationId xmlns:a16="http://schemas.microsoft.com/office/drawing/2014/main" id="{254BF3C4-DAB5-2045-E835-51BBEA31B520}"/>
              </a:ext>
            </a:extLst>
          </p:cNvPr>
          <p:cNvSpPr/>
          <p:nvPr/>
        </p:nvSpPr>
        <p:spPr>
          <a:xfrm>
            <a:off x="8395742" y="2029324"/>
            <a:ext cx="2432685" cy="3542030"/>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1026" name="Picture 2" descr="2 600+ Courant Alternatif Stock Illustrations, graphiques vectoriels ...">
            <a:extLst>
              <a:ext uri="{FF2B5EF4-FFF2-40B4-BE49-F238E27FC236}">
                <a16:creationId xmlns:a16="http://schemas.microsoft.com/office/drawing/2014/main" id="{86BE67E1-34A2-5805-0771-510F01B3B69E}"/>
              </a:ext>
            </a:extLst>
          </p:cNvPr>
          <p:cNvPicPr>
            <a:picLocks noChangeAspect="1" noChangeArrowheads="1"/>
          </p:cNvPicPr>
          <p:nvPr/>
        </p:nvPicPr>
        <p:blipFill>
          <a:blip r:embed="rId9" cstate="hqprint">
            <a:extLst>
              <a:ext uri="{28A0092B-C50C-407E-A947-70E740481C1C}">
                <a14:useLocalDpi xmlns:a14="http://schemas.microsoft.com/office/drawing/2010/main" val="0"/>
              </a:ext>
            </a:extLst>
          </a:blip>
          <a:srcRect/>
          <a:stretch>
            <a:fillRect/>
          </a:stretch>
        </p:blipFill>
        <p:spPr bwMode="auto">
          <a:xfrm>
            <a:off x="4677916" y="3756227"/>
            <a:ext cx="1096735" cy="1096735"/>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a16="http://schemas.microsoft.com/office/drawing/2014/main" id="{D48FFE21-3009-F9A4-C4F4-DA086BAD66DA}"/>
              </a:ext>
            </a:extLst>
          </p:cNvPr>
          <p:cNvSpPr txBox="1"/>
          <p:nvPr/>
        </p:nvSpPr>
        <p:spPr>
          <a:xfrm>
            <a:off x="653108" y="4097801"/>
            <a:ext cx="6765851" cy="646331"/>
          </a:xfrm>
          <a:prstGeom prst="rect">
            <a:avLst/>
          </a:prstGeom>
          <a:noFill/>
        </p:spPr>
        <p:txBody>
          <a:bodyPr wrap="square">
            <a:spAutoFit/>
          </a:bodyPr>
          <a:lstStyle/>
          <a:p>
            <a:r>
              <a:rPr lang="fr-FR" dirty="0"/>
              <a:t>Alternatif -&gt; Continu -&gt; Alternatif</a:t>
            </a:r>
          </a:p>
          <a:p>
            <a:endParaRPr lang="fr-FR" dirty="0"/>
          </a:p>
        </p:txBody>
      </p:sp>
      <p:sp>
        <p:nvSpPr>
          <p:cNvPr id="16" name="ZoneTexte 15">
            <a:extLst>
              <a:ext uri="{FF2B5EF4-FFF2-40B4-BE49-F238E27FC236}">
                <a16:creationId xmlns:a16="http://schemas.microsoft.com/office/drawing/2014/main" id="{917110B4-4309-5634-FF83-4B45A9689BBA}"/>
              </a:ext>
            </a:extLst>
          </p:cNvPr>
          <p:cNvSpPr txBox="1"/>
          <p:nvPr/>
        </p:nvSpPr>
        <p:spPr>
          <a:xfrm>
            <a:off x="653109" y="3006970"/>
            <a:ext cx="6765851" cy="646331"/>
          </a:xfrm>
          <a:prstGeom prst="rect">
            <a:avLst/>
          </a:prstGeom>
          <a:noFill/>
        </p:spPr>
        <p:txBody>
          <a:bodyPr wrap="square">
            <a:spAutoFit/>
          </a:bodyPr>
          <a:lstStyle/>
          <a:p>
            <a:r>
              <a:rPr lang="fr-FR" sz="1800" b="1" kern="0" dirty="0">
                <a:effectLst/>
                <a:latin typeface="Aptos" panose="020B0004020202020204" pitchFamily="34" charset="0"/>
                <a:ea typeface="Aptos" panose="020B0004020202020204" pitchFamily="34" charset="0"/>
                <a:cs typeface="Times New Roman" panose="02020603050405020304" pitchFamily="18" charset="0"/>
              </a:rPr>
              <a:t>IGBT</a:t>
            </a:r>
            <a:r>
              <a:rPr lang="fr-FR" sz="1800" kern="0" dirty="0">
                <a:effectLst/>
                <a:latin typeface="Aptos" panose="020B0004020202020204" pitchFamily="34" charset="0"/>
                <a:ea typeface="Aptos" panose="020B0004020202020204" pitchFamily="34" charset="0"/>
                <a:cs typeface="Times New Roman" panose="02020603050405020304" pitchFamily="18" charset="0"/>
              </a:rPr>
              <a:t> = transistor bipolaire a grille isolée (</a:t>
            </a:r>
            <a:r>
              <a:rPr lang="fr-FR" sz="1800" b="1" kern="0" dirty="0" err="1">
                <a:effectLst/>
                <a:latin typeface="Aptos" panose="020B0004020202020204" pitchFamily="34" charset="0"/>
                <a:ea typeface="Aptos" panose="020B0004020202020204" pitchFamily="34" charset="0"/>
                <a:cs typeface="Times New Roman" panose="02020603050405020304" pitchFamily="18" charset="0"/>
              </a:rPr>
              <a:t>I</a:t>
            </a:r>
            <a:r>
              <a:rPr lang="fr-FR" sz="1800" kern="0" dirty="0" err="1">
                <a:effectLst/>
                <a:latin typeface="Aptos" panose="020B0004020202020204" pitchFamily="34" charset="0"/>
                <a:ea typeface="Aptos" panose="020B0004020202020204" pitchFamily="34" charset="0"/>
                <a:cs typeface="Times New Roman" panose="02020603050405020304" pitchFamily="18" charset="0"/>
              </a:rPr>
              <a:t>nsulated</a:t>
            </a:r>
            <a:r>
              <a:rPr lang="fr-FR" sz="1800" kern="0" dirty="0">
                <a:effectLst/>
                <a:latin typeface="Aptos" panose="020B0004020202020204" pitchFamily="34" charset="0"/>
                <a:ea typeface="Aptos" panose="020B0004020202020204" pitchFamily="34" charset="0"/>
                <a:cs typeface="Times New Roman" panose="02020603050405020304" pitchFamily="18" charset="0"/>
              </a:rPr>
              <a:t> </a:t>
            </a:r>
            <a:r>
              <a:rPr lang="fr-FR" sz="1800" b="1" kern="0" dirty="0" err="1">
                <a:effectLst/>
                <a:latin typeface="Aptos" panose="020B0004020202020204" pitchFamily="34" charset="0"/>
                <a:ea typeface="Aptos" panose="020B0004020202020204" pitchFamily="34" charset="0"/>
                <a:cs typeface="Times New Roman" panose="02020603050405020304" pitchFamily="18" charset="0"/>
              </a:rPr>
              <a:t>G</a:t>
            </a:r>
            <a:r>
              <a:rPr lang="fr-FR" sz="1800" kern="0" dirty="0" err="1">
                <a:effectLst/>
                <a:latin typeface="Aptos" panose="020B0004020202020204" pitchFamily="34" charset="0"/>
                <a:ea typeface="Aptos" panose="020B0004020202020204" pitchFamily="34" charset="0"/>
                <a:cs typeface="Times New Roman" panose="02020603050405020304" pitchFamily="18" charset="0"/>
              </a:rPr>
              <a:t>rid</a:t>
            </a:r>
            <a:r>
              <a:rPr lang="fr-FR" sz="1800" kern="0" dirty="0">
                <a:effectLst/>
                <a:latin typeface="Aptos" panose="020B0004020202020204" pitchFamily="34" charset="0"/>
                <a:ea typeface="Aptos" panose="020B0004020202020204" pitchFamily="34" charset="0"/>
                <a:cs typeface="Times New Roman" panose="02020603050405020304" pitchFamily="18" charset="0"/>
              </a:rPr>
              <a:t> </a:t>
            </a:r>
            <a:r>
              <a:rPr lang="fr-FR" sz="1800" b="1" kern="0" dirty="0" err="1">
                <a:effectLst/>
                <a:latin typeface="Aptos" panose="020B0004020202020204" pitchFamily="34" charset="0"/>
                <a:ea typeface="Aptos" panose="020B0004020202020204" pitchFamily="34" charset="0"/>
                <a:cs typeface="Times New Roman" panose="02020603050405020304" pitchFamily="18" charset="0"/>
              </a:rPr>
              <a:t>B</a:t>
            </a:r>
            <a:r>
              <a:rPr lang="fr-FR" sz="1800" kern="0" dirty="0" err="1">
                <a:effectLst/>
                <a:latin typeface="Aptos" panose="020B0004020202020204" pitchFamily="34" charset="0"/>
                <a:ea typeface="Aptos" panose="020B0004020202020204" pitchFamily="34" charset="0"/>
                <a:cs typeface="Times New Roman" panose="02020603050405020304" pitchFamily="18" charset="0"/>
              </a:rPr>
              <a:t>ipolar</a:t>
            </a:r>
            <a:r>
              <a:rPr lang="fr-FR" sz="1800" kern="0" dirty="0">
                <a:effectLst/>
                <a:latin typeface="Aptos" panose="020B0004020202020204" pitchFamily="34" charset="0"/>
                <a:ea typeface="Aptos" panose="020B0004020202020204" pitchFamily="34" charset="0"/>
                <a:cs typeface="Times New Roman" panose="02020603050405020304" pitchFamily="18" charset="0"/>
              </a:rPr>
              <a:t> </a:t>
            </a:r>
            <a:r>
              <a:rPr lang="fr-FR" sz="1800" b="1" kern="0" dirty="0">
                <a:effectLst/>
                <a:latin typeface="Aptos" panose="020B0004020202020204" pitchFamily="34" charset="0"/>
                <a:ea typeface="Aptos" panose="020B0004020202020204" pitchFamily="34" charset="0"/>
                <a:cs typeface="Times New Roman" panose="02020603050405020304" pitchFamily="18" charset="0"/>
              </a:rPr>
              <a:t>T</a:t>
            </a:r>
            <a:r>
              <a:rPr lang="fr-FR" sz="1800" kern="0" dirty="0">
                <a:effectLst/>
                <a:latin typeface="Aptos" panose="020B0004020202020204" pitchFamily="34" charset="0"/>
                <a:ea typeface="Aptos" panose="020B0004020202020204" pitchFamily="34" charset="0"/>
                <a:cs typeface="Times New Roman" panose="02020603050405020304" pitchFamily="18" charset="0"/>
              </a:rPr>
              <a:t>ransistor)</a:t>
            </a:r>
            <a:endParaRPr lang="en-US" dirty="0"/>
          </a:p>
        </p:txBody>
      </p:sp>
    </p:spTree>
    <p:extLst>
      <p:ext uri="{BB962C8B-B14F-4D97-AF65-F5344CB8AC3E}">
        <p14:creationId xmlns:p14="http://schemas.microsoft.com/office/powerpoint/2010/main" val="27719021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EF9D6-D40C-EECC-7976-363E3F8CF260}"/>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ED4F801D-2F99-3801-57C5-7A4B6EE2BDB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2E1A4740-D8B2-FAB4-236A-AB90A1B8AC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9012B6DC-A59A-81D5-326D-CB1523792FC1}"/>
              </a:ext>
            </a:extLst>
          </p:cNvPr>
          <p:cNvSpPr txBox="1"/>
          <p:nvPr/>
        </p:nvSpPr>
        <p:spPr>
          <a:xfrm>
            <a:off x="11560629" y="6487886"/>
            <a:ext cx="920883" cy="369332"/>
          </a:xfrm>
          <a:prstGeom prst="rect">
            <a:avLst/>
          </a:prstGeom>
          <a:noFill/>
        </p:spPr>
        <p:txBody>
          <a:bodyPr wrap="square" rtlCol="0">
            <a:spAutoFit/>
          </a:bodyPr>
          <a:lstStyle/>
          <a:p>
            <a:r>
              <a:rPr lang="fr-FR" b="1" dirty="0">
                <a:solidFill>
                  <a:schemeClr val="bg2">
                    <a:lumMod val="50000"/>
                  </a:schemeClr>
                </a:solidFill>
              </a:rPr>
              <a:t>35</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248389DD-E14B-514D-0C86-26D31C77075A}"/>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3" name="Image 2">
            <a:extLst>
              <a:ext uri="{FF2B5EF4-FFF2-40B4-BE49-F238E27FC236}">
                <a16:creationId xmlns:a16="http://schemas.microsoft.com/office/drawing/2014/main" id="{4E01D80D-905D-0216-5897-A157121FBA8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7" name="Image 6">
            <a:extLst>
              <a:ext uri="{FF2B5EF4-FFF2-40B4-BE49-F238E27FC236}">
                <a16:creationId xmlns:a16="http://schemas.microsoft.com/office/drawing/2014/main" id="{3F97702E-F2A9-1A49-CB9C-FF73210FBF31}"/>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8" name="Image 7">
            <a:extLst>
              <a:ext uri="{FF2B5EF4-FFF2-40B4-BE49-F238E27FC236}">
                <a16:creationId xmlns:a16="http://schemas.microsoft.com/office/drawing/2014/main" id="{15BA53A1-C005-AE6E-1979-0F9F7A12B0A0}"/>
              </a:ext>
            </a:extLst>
          </p:cNvPr>
          <p:cNvPicPr>
            <a:picLocks noChangeAspect="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9" name="Rectangle 8">
            <a:extLst>
              <a:ext uri="{FF2B5EF4-FFF2-40B4-BE49-F238E27FC236}">
                <a16:creationId xmlns:a16="http://schemas.microsoft.com/office/drawing/2014/main" id="{7817E123-B20F-8CCD-4873-E12F8A2C7AB9}"/>
              </a:ext>
            </a:extLst>
          </p:cNvPr>
          <p:cNvSpPr/>
          <p:nvPr/>
        </p:nvSpPr>
        <p:spPr>
          <a:xfrm>
            <a:off x="308343" y="6052624"/>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Image 11" descr="Une image contenant tuyau, sol, fils électriques, intérieur&#10;&#10;Le contenu généré par l’IA peut être incorrect.">
            <a:extLst>
              <a:ext uri="{FF2B5EF4-FFF2-40B4-BE49-F238E27FC236}">
                <a16:creationId xmlns:a16="http://schemas.microsoft.com/office/drawing/2014/main" id="{922C7213-61AF-616F-09EF-E97DB62EDAA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316894" y="1753992"/>
            <a:ext cx="2272030" cy="4039870"/>
          </a:xfrm>
          <a:prstGeom prst="rect">
            <a:avLst/>
          </a:prstGeom>
        </p:spPr>
      </p:pic>
      <p:sp>
        <p:nvSpPr>
          <p:cNvPr id="14" name="Zone de texte 2">
            <a:extLst>
              <a:ext uri="{FF2B5EF4-FFF2-40B4-BE49-F238E27FC236}">
                <a16:creationId xmlns:a16="http://schemas.microsoft.com/office/drawing/2014/main" id="{25704AEF-B1EB-A486-14EE-32D500509C7D}"/>
              </a:ext>
            </a:extLst>
          </p:cNvPr>
          <p:cNvSpPr txBox="1">
            <a:spLocks noChangeArrowheads="1"/>
          </p:cNvSpPr>
          <p:nvPr/>
        </p:nvSpPr>
        <p:spPr bwMode="auto">
          <a:xfrm>
            <a:off x="5226284" y="5238872"/>
            <a:ext cx="1390650" cy="590550"/>
          </a:xfrm>
          <a:prstGeom prst="rect">
            <a:avLst/>
          </a:prstGeom>
          <a:noFill/>
          <a:ln w="9525">
            <a:noFill/>
            <a:miter lim="800000"/>
            <a:headEnd/>
            <a:tailEnd/>
          </a:ln>
        </p:spPr>
        <p:txBody>
          <a:bodyPr rot="0" vert="horz" wrap="square" lIns="91440" tIns="45720" rIns="91440" bIns="45720" anchor="t" anchorCtr="0">
            <a:noAutofit/>
          </a:bodyPr>
          <a:lstStyle/>
          <a:p>
            <a:pPr>
              <a:lnSpc>
                <a:spcPct val="107000"/>
              </a:lnSpc>
              <a:spcAft>
                <a:spcPts val="800"/>
              </a:spcAft>
              <a:buNone/>
            </a:pPr>
            <a:r>
              <a:rPr lang="fr-FR" sz="1200" b="1" dirty="0">
                <a:effectLst/>
                <a:latin typeface="Aptos" panose="020B0004020202020204" pitchFamily="34" charset="0"/>
                <a:ea typeface="Aptos" panose="020B0004020202020204" pitchFamily="34" charset="0"/>
                <a:cs typeface="Times New Roman" panose="02020603050405020304" pitchFamily="18" charset="0"/>
              </a:rPr>
              <a:t>Pompe mobile sur chariot</a:t>
            </a:r>
            <a:endParaRPr lang="en-US" sz="1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6" name="Rectangle 15">
            <a:extLst>
              <a:ext uri="{FF2B5EF4-FFF2-40B4-BE49-F238E27FC236}">
                <a16:creationId xmlns:a16="http://schemas.microsoft.com/office/drawing/2014/main" id="{0F9303C4-E5FF-E5A4-F160-1BDF3E436F0A}"/>
              </a:ext>
            </a:extLst>
          </p:cNvPr>
          <p:cNvSpPr/>
          <p:nvPr/>
        </p:nvSpPr>
        <p:spPr>
          <a:xfrm>
            <a:off x="2325149" y="1762247"/>
            <a:ext cx="2272030" cy="4010025"/>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7" name="Connecteur droit avec flèche 16">
            <a:extLst>
              <a:ext uri="{FF2B5EF4-FFF2-40B4-BE49-F238E27FC236}">
                <a16:creationId xmlns:a16="http://schemas.microsoft.com/office/drawing/2014/main" id="{552C35C8-E31F-9F2A-89BA-1972B382B893}"/>
              </a:ext>
            </a:extLst>
          </p:cNvPr>
          <p:cNvCxnSpPr>
            <a:cxnSpLocks/>
          </p:cNvCxnSpPr>
          <p:nvPr/>
        </p:nvCxnSpPr>
        <p:spPr>
          <a:xfrm>
            <a:off x="2083214" y="4730237"/>
            <a:ext cx="137795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eur droit avec flèche 14">
            <a:extLst>
              <a:ext uri="{FF2B5EF4-FFF2-40B4-BE49-F238E27FC236}">
                <a16:creationId xmlns:a16="http://schemas.microsoft.com/office/drawing/2014/main" id="{A67ABBAB-D584-73B4-AE62-0ED66B20EC00}"/>
              </a:ext>
            </a:extLst>
          </p:cNvPr>
          <p:cNvCxnSpPr>
            <a:cxnSpLocks/>
          </p:cNvCxnSpPr>
          <p:nvPr/>
        </p:nvCxnSpPr>
        <p:spPr>
          <a:xfrm flipH="1" flipV="1">
            <a:off x="3918857" y="5074822"/>
            <a:ext cx="1307427" cy="27006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Zone de texte 2">
            <a:extLst>
              <a:ext uri="{FF2B5EF4-FFF2-40B4-BE49-F238E27FC236}">
                <a16:creationId xmlns:a16="http://schemas.microsoft.com/office/drawing/2014/main" id="{8C7D81C7-0A3D-2E35-6052-E03619FA0CC3}"/>
              </a:ext>
            </a:extLst>
          </p:cNvPr>
          <p:cNvSpPr txBox="1">
            <a:spLocks noChangeArrowheads="1"/>
          </p:cNvSpPr>
          <p:nvPr/>
        </p:nvSpPr>
        <p:spPr bwMode="auto">
          <a:xfrm>
            <a:off x="909346" y="4532752"/>
            <a:ext cx="1475105" cy="706120"/>
          </a:xfrm>
          <a:prstGeom prst="rect">
            <a:avLst/>
          </a:prstGeom>
          <a:noFill/>
          <a:ln w="9525">
            <a:noFill/>
            <a:miter lim="800000"/>
            <a:headEnd/>
            <a:tailEnd/>
          </a:ln>
        </p:spPr>
        <p:txBody>
          <a:bodyPr rot="0" vert="horz" wrap="square" lIns="91440" tIns="45720" rIns="91440" bIns="45720" anchor="t" anchorCtr="0">
            <a:noAutofit/>
          </a:bodyPr>
          <a:lstStyle/>
          <a:p>
            <a:pPr>
              <a:lnSpc>
                <a:spcPct val="107000"/>
              </a:lnSpc>
              <a:spcAft>
                <a:spcPts val="800"/>
              </a:spcAft>
              <a:buNone/>
            </a:pPr>
            <a:r>
              <a:rPr lang="fr-FR" sz="1200" b="1" dirty="0">
                <a:effectLst/>
                <a:latin typeface="Aptos" panose="020B0004020202020204" pitchFamily="34" charset="0"/>
                <a:ea typeface="Aptos" panose="020B0004020202020204" pitchFamily="34" charset="0"/>
                <a:cs typeface="Times New Roman" panose="02020603050405020304" pitchFamily="18" charset="0"/>
              </a:rPr>
              <a:t>Liquide de refroidissement</a:t>
            </a:r>
            <a:endParaRPr lang="en-US" sz="1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24" name="Zone de texte 2">
            <a:extLst>
              <a:ext uri="{FF2B5EF4-FFF2-40B4-BE49-F238E27FC236}">
                <a16:creationId xmlns:a16="http://schemas.microsoft.com/office/drawing/2014/main" id="{8A4E2378-F739-71DF-B237-34C0BA403AFB}"/>
              </a:ext>
            </a:extLst>
          </p:cNvPr>
          <p:cNvSpPr txBox="1">
            <a:spLocks noChangeArrowheads="1"/>
          </p:cNvSpPr>
          <p:nvPr/>
        </p:nvSpPr>
        <p:spPr bwMode="auto">
          <a:xfrm>
            <a:off x="652559" y="2045848"/>
            <a:ext cx="1562100" cy="558800"/>
          </a:xfrm>
          <a:prstGeom prst="rect">
            <a:avLst/>
          </a:prstGeom>
          <a:noFill/>
          <a:ln w="9525">
            <a:noFill/>
            <a:miter lim="800000"/>
            <a:headEnd/>
            <a:tailEnd/>
          </a:ln>
        </p:spPr>
        <p:txBody>
          <a:bodyPr rot="0" vert="horz" wrap="square" lIns="91440" tIns="45720" rIns="91440" bIns="45720" anchor="t" anchorCtr="0">
            <a:noAutofit/>
          </a:bodyPr>
          <a:lstStyle/>
          <a:p>
            <a:pPr>
              <a:lnSpc>
                <a:spcPct val="107000"/>
              </a:lnSpc>
              <a:spcAft>
                <a:spcPts val="800"/>
              </a:spcAft>
              <a:buNone/>
            </a:pPr>
            <a:r>
              <a:rPr lang="fr-FR" sz="1200" b="1">
                <a:effectLst/>
                <a:latin typeface="Aptos" panose="020B0004020202020204" pitchFamily="34" charset="0"/>
                <a:ea typeface="Aptos" panose="020B0004020202020204" pitchFamily="34" charset="0"/>
                <a:cs typeface="Times New Roman" panose="02020603050405020304" pitchFamily="18" charset="0"/>
              </a:rPr>
              <a:t>Pompe de liquide de refroidissement</a:t>
            </a:r>
            <a:endParaRPr lang="en-US" sz="1100">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13" name="Connecteur droit avec flèche 12">
            <a:extLst>
              <a:ext uri="{FF2B5EF4-FFF2-40B4-BE49-F238E27FC236}">
                <a16:creationId xmlns:a16="http://schemas.microsoft.com/office/drawing/2014/main" id="{A8524545-C496-EBB3-26CE-EB7583CD9E03}"/>
              </a:ext>
            </a:extLst>
          </p:cNvPr>
          <p:cNvCxnSpPr>
            <a:cxnSpLocks/>
          </p:cNvCxnSpPr>
          <p:nvPr/>
        </p:nvCxnSpPr>
        <p:spPr>
          <a:xfrm flipV="1">
            <a:off x="2083214" y="2160392"/>
            <a:ext cx="1075055" cy="10383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5" name="Image 24" descr="Une image contenant texte, intérieur, machine, boisson gazeuse&#10;&#10;Le contenu généré par l’IA peut être incorrect.">
            <a:extLst>
              <a:ext uri="{FF2B5EF4-FFF2-40B4-BE49-F238E27FC236}">
                <a16:creationId xmlns:a16="http://schemas.microsoft.com/office/drawing/2014/main" id="{7559AF1E-BA78-7F98-C0B8-0B6D42D5EC4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965167" y="1762247"/>
            <a:ext cx="2253431" cy="4005497"/>
          </a:xfrm>
          <a:prstGeom prst="rect">
            <a:avLst/>
          </a:prstGeom>
        </p:spPr>
      </p:pic>
      <p:sp>
        <p:nvSpPr>
          <p:cNvPr id="26" name="Rectangle 25">
            <a:extLst>
              <a:ext uri="{FF2B5EF4-FFF2-40B4-BE49-F238E27FC236}">
                <a16:creationId xmlns:a16="http://schemas.microsoft.com/office/drawing/2014/main" id="{2372B31B-BAD0-C19D-2A97-EA29FBC51CE1}"/>
              </a:ext>
            </a:extLst>
          </p:cNvPr>
          <p:cNvSpPr/>
          <p:nvPr/>
        </p:nvSpPr>
        <p:spPr>
          <a:xfrm>
            <a:off x="7951832" y="1769866"/>
            <a:ext cx="2272029" cy="3979667"/>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36663411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4FB92-BFD8-009E-7EAA-2E41EBD78012}"/>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B81FD4E5-BD91-A775-0AE1-D68B3D8D034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D110DFB2-14A9-2347-4526-3AD227E3B2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56430088-5BE4-4405-E29A-2FD9B1613F6E}"/>
              </a:ext>
            </a:extLst>
          </p:cNvPr>
          <p:cNvSpPr txBox="1"/>
          <p:nvPr/>
        </p:nvSpPr>
        <p:spPr>
          <a:xfrm>
            <a:off x="11560629" y="6487886"/>
            <a:ext cx="776120" cy="369332"/>
          </a:xfrm>
          <a:prstGeom prst="rect">
            <a:avLst/>
          </a:prstGeom>
          <a:noFill/>
        </p:spPr>
        <p:txBody>
          <a:bodyPr wrap="square" rtlCol="0">
            <a:spAutoFit/>
          </a:bodyPr>
          <a:lstStyle/>
          <a:p>
            <a:r>
              <a:rPr lang="fr-FR" b="1" dirty="0">
                <a:solidFill>
                  <a:schemeClr val="bg2">
                    <a:lumMod val="50000"/>
                  </a:schemeClr>
                </a:solidFill>
              </a:rPr>
              <a:t>36</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E514CF67-2181-864E-7E35-F061DD087717}"/>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3" name="Image 2">
            <a:extLst>
              <a:ext uri="{FF2B5EF4-FFF2-40B4-BE49-F238E27FC236}">
                <a16:creationId xmlns:a16="http://schemas.microsoft.com/office/drawing/2014/main" id="{1822935B-D869-CE7B-2BD3-0B0FE77D82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7" name="Image 6">
            <a:extLst>
              <a:ext uri="{FF2B5EF4-FFF2-40B4-BE49-F238E27FC236}">
                <a16:creationId xmlns:a16="http://schemas.microsoft.com/office/drawing/2014/main" id="{0D2EE67A-3860-DC4C-B4A7-FEE3AFBF9000}"/>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8" name="Image 7">
            <a:extLst>
              <a:ext uri="{FF2B5EF4-FFF2-40B4-BE49-F238E27FC236}">
                <a16:creationId xmlns:a16="http://schemas.microsoft.com/office/drawing/2014/main" id="{3E4E7E95-8644-C13B-5B72-C58F8101F260}"/>
              </a:ext>
            </a:extLst>
          </p:cNvPr>
          <p:cNvPicPr>
            <a:picLocks noChangeAspect="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9" name="Rectangle 8">
            <a:extLst>
              <a:ext uri="{FF2B5EF4-FFF2-40B4-BE49-F238E27FC236}">
                <a16:creationId xmlns:a16="http://schemas.microsoft.com/office/drawing/2014/main" id="{6EF2B333-8C62-48F1-CA7E-A2E13FB312A8}"/>
              </a:ext>
            </a:extLst>
          </p:cNvPr>
          <p:cNvSpPr/>
          <p:nvPr/>
        </p:nvSpPr>
        <p:spPr>
          <a:xfrm>
            <a:off x="308343" y="6052624"/>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mage 9" descr="Une image contenant fils électriques, machine, Ingénierie électronique, intérieur&#10;&#10;Le contenu généré par l’IA peut être incorrect.">
            <a:extLst>
              <a:ext uri="{FF2B5EF4-FFF2-40B4-BE49-F238E27FC236}">
                <a16:creationId xmlns:a16="http://schemas.microsoft.com/office/drawing/2014/main" id="{9E289AD0-07A8-0DB2-A287-D51F3EE2B4AB}"/>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6957" r="3886"/>
          <a:stretch>
            <a:fillRect/>
          </a:stretch>
        </p:blipFill>
        <p:spPr bwMode="auto">
          <a:xfrm>
            <a:off x="911228" y="2120979"/>
            <a:ext cx="5042351" cy="3181585"/>
          </a:xfrm>
          <a:prstGeom prst="rect">
            <a:avLst/>
          </a:prstGeom>
          <a:ln>
            <a:noFill/>
          </a:ln>
          <a:extLst>
            <a:ext uri="{53640926-AAD7-44D8-BBD7-CCE9431645EC}">
              <a14:shadowObscured xmlns:a14="http://schemas.microsoft.com/office/drawing/2010/main"/>
            </a:ext>
          </a:extLst>
        </p:spPr>
      </p:pic>
      <p:sp>
        <p:nvSpPr>
          <p:cNvPr id="11" name="Rectangle 10">
            <a:extLst>
              <a:ext uri="{FF2B5EF4-FFF2-40B4-BE49-F238E27FC236}">
                <a16:creationId xmlns:a16="http://schemas.microsoft.com/office/drawing/2014/main" id="{059E1836-3E2E-2B1D-3D05-2FF9E339199E}"/>
              </a:ext>
            </a:extLst>
          </p:cNvPr>
          <p:cNvSpPr/>
          <p:nvPr/>
        </p:nvSpPr>
        <p:spPr>
          <a:xfrm>
            <a:off x="888375" y="2108279"/>
            <a:ext cx="5067110" cy="3178946"/>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2" name="Connecteur droit avec flèche 11">
            <a:extLst>
              <a:ext uri="{FF2B5EF4-FFF2-40B4-BE49-F238E27FC236}">
                <a16:creationId xmlns:a16="http://schemas.microsoft.com/office/drawing/2014/main" id="{6304CD5C-04E0-2530-4A0B-427F5D2E3C0B}"/>
              </a:ext>
            </a:extLst>
          </p:cNvPr>
          <p:cNvCxnSpPr>
            <a:cxnSpLocks/>
          </p:cNvCxnSpPr>
          <p:nvPr/>
        </p:nvCxnSpPr>
        <p:spPr>
          <a:xfrm flipV="1">
            <a:off x="4884234" y="4439683"/>
            <a:ext cx="193297" cy="108348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Zone de texte 2">
            <a:extLst>
              <a:ext uri="{FF2B5EF4-FFF2-40B4-BE49-F238E27FC236}">
                <a16:creationId xmlns:a16="http://schemas.microsoft.com/office/drawing/2014/main" id="{B3535F28-05EA-832A-5092-EB9980486CFC}"/>
              </a:ext>
            </a:extLst>
          </p:cNvPr>
          <p:cNvSpPr txBox="1">
            <a:spLocks noChangeArrowheads="1"/>
          </p:cNvSpPr>
          <p:nvPr/>
        </p:nvSpPr>
        <p:spPr bwMode="auto">
          <a:xfrm>
            <a:off x="3966761" y="5486488"/>
            <a:ext cx="1546860" cy="506095"/>
          </a:xfrm>
          <a:prstGeom prst="rect">
            <a:avLst/>
          </a:prstGeom>
          <a:noFill/>
          <a:ln w="9525">
            <a:noFill/>
            <a:miter lim="800000"/>
            <a:headEnd/>
            <a:tailEnd/>
          </a:ln>
        </p:spPr>
        <p:txBody>
          <a:bodyPr rot="0" vert="horz" wrap="square" lIns="91440" tIns="45720" rIns="91440" bIns="45720" anchor="t" anchorCtr="0">
            <a:noAutofit/>
          </a:bodyPr>
          <a:lstStyle/>
          <a:p>
            <a:pPr algn="just">
              <a:lnSpc>
                <a:spcPct val="107000"/>
              </a:lnSpc>
              <a:spcAft>
                <a:spcPts val="800"/>
              </a:spcAft>
              <a:buNone/>
            </a:pPr>
            <a:r>
              <a:rPr lang="fr-FR" sz="1200" b="1" dirty="0">
                <a:effectLst/>
                <a:latin typeface="Aptos" panose="020B0004020202020204" pitchFamily="34" charset="0"/>
                <a:ea typeface="Aptos" panose="020B0004020202020204" pitchFamily="34" charset="0"/>
                <a:cs typeface="Times New Roman" panose="02020603050405020304" pitchFamily="18" charset="0"/>
              </a:rPr>
              <a:t>Circuit du liquide de refroidissement</a:t>
            </a:r>
            <a:endParaRPr lang="en-US" sz="1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051" name="Image 7" descr="Une image contenant Pièce auto, texte, voiture, intérieur&#10;&#10;Le contenu généré par l’IA peut être incorrect.">
            <a:extLst>
              <a:ext uri="{FF2B5EF4-FFF2-40B4-BE49-F238E27FC236}">
                <a16:creationId xmlns:a16="http://schemas.microsoft.com/office/drawing/2014/main" id="{991AE60D-71D3-D451-9C21-D44C2B94214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t="7452" b="3352"/>
          <a:stretch>
            <a:fillRect/>
          </a:stretch>
        </p:blipFill>
        <p:spPr bwMode="auto">
          <a:xfrm>
            <a:off x="10132943" y="2276840"/>
            <a:ext cx="1777252" cy="2817548"/>
          </a:xfrm>
          <a:prstGeom prst="rect">
            <a:avLst/>
          </a:prstGeom>
          <a:noFill/>
          <a:extLst>
            <a:ext uri="{909E8E84-426E-40DD-AFC4-6F175D3DCCD1}">
              <a14:hiddenFill xmlns:a14="http://schemas.microsoft.com/office/drawing/2010/main">
                <a:solidFill>
                  <a:srgbClr val="FFFFFF"/>
                </a:solidFill>
              </a14:hiddenFill>
            </a:ext>
          </a:extLst>
        </p:spPr>
      </p:pic>
      <p:pic>
        <p:nvPicPr>
          <p:cNvPr id="2050" name="Image 3" descr="Une image contenant personne, machine, intérieur, habits&#10;&#10;Le contenu généré par l’IA peut être incorrect.">
            <a:extLst>
              <a:ext uri="{FF2B5EF4-FFF2-40B4-BE49-F238E27FC236}">
                <a16:creationId xmlns:a16="http://schemas.microsoft.com/office/drawing/2014/main" id="{2CC6130A-D783-BEFF-9C99-2BAA95548FD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t="14314"/>
          <a:stretch>
            <a:fillRect/>
          </a:stretch>
        </p:blipFill>
        <p:spPr bwMode="auto">
          <a:xfrm>
            <a:off x="6850467" y="2218995"/>
            <a:ext cx="1941513" cy="2957513"/>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Connecteur droit avec flèche 15">
            <a:extLst>
              <a:ext uri="{FF2B5EF4-FFF2-40B4-BE49-F238E27FC236}">
                <a16:creationId xmlns:a16="http://schemas.microsoft.com/office/drawing/2014/main" id="{99E86524-3E46-DF34-E12C-B923A5AD7B71}"/>
              </a:ext>
            </a:extLst>
          </p:cNvPr>
          <p:cNvCxnSpPr>
            <a:cxnSpLocks/>
          </p:cNvCxnSpPr>
          <p:nvPr/>
        </p:nvCxnSpPr>
        <p:spPr>
          <a:xfrm>
            <a:off x="8877674" y="3759787"/>
            <a:ext cx="116957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7" name="Rectangle 4">
            <a:extLst>
              <a:ext uri="{FF2B5EF4-FFF2-40B4-BE49-F238E27FC236}">
                <a16:creationId xmlns:a16="http://schemas.microsoft.com/office/drawing/2014/main" id="{CAE5E80F-8513-734A-D8DB-8C5E84F2AC9F}"/>
              </a:ext>
            </a:extLst>
          </p:cNvPr>
          <p:cNvSpPr>
            <a:spLocks noChangeArrowheads="1"/>
          </p:cNvSpPr>
          <p:nvPr/>
        </p:nvSpPr>
        <p:spPr bwMode="auto">
          <a:xfrm>
            <a:off x="6532344" y="117171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8" name="Rectangle 5">
            <a:extLst>
              <a:ext uri="{FF2B5EF4-FFF2-40B4-BE49-F238E27FC236}">
                <a16:creationId xmlns:a16="http://schemas.microsoft.com/office/drawing/2014/main" id="{B1FAEFF4-C920-7377-570B-916C4465AC8A}"/>
              </a:ext>
            </a:extLst>
          </p:cNvPr>
          <p:cNvSpPr>
            <a:spLocks noChangeArrowheads="1"/>
          </p:cNvSpPr>
          <p:nvPr/>
        </p:nvSpPr>
        <p:spPr bwMode="auto">
          <a:xfrm>
            <a:off x="6532344" y="162891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9" name="Rectangle 6">
            <a:extLst>
              <a:ext uri="{FF2B5EF4-FFF2-40B4-BE49-F238E27FC236}">
                <a16:creationId xmlns:a16="http://schemas.microsoft.com/office/drawing/2014/main" id="{EA641E4A-EC91-AB94-62B7-A01AAE65D3F7}"/>
              </a:ext>
            </a:extLst>
          </p:cNvPr>
          <p:cNvSpPr>
            <a:spLocks noChangeArrowheads="1"/>
          </p:cNvSpPr>
          <p:nvPr/>
        </p:nvSpPr>
        <p:spPr bwMode="auto">
          <a:xfrm>
            <a:off x="9000039" y="3268264"/>
            <a:ext cx="1049948"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en-US" sz="1600" b="1" i="0" u="none" strike="noStrike" cap="none" normalizeH="0" baseline="0" dirty="0">
                <a:ln>
                  <a:noFill/>
                </a:ln>
                <a:solidFill>
                  <a:srgbClr val="156082"/>
                </a:solidFill>
                <a:effectLst/>
                <a:latin typeface="Aptos" panose="020B0004020202020204" pitchFamily="34" charset="0"/>
                <a:ea typeface="Aptos" panose="020B0004020202020204" pitchFamily="34" charset="0"/>
                <a:cs typeface="Times New Roman" panose="02020603050405020304" pitchFamily="18" charset="0"/>
              </a:rPr>
              <a:t>V.A.T. OK</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Rectangle 7">
            <a:extLst>
              <a:ext uri="{FF2B5EF4-FFF2-40B4-BE49-F238E27FC236}">
                <a16:creationId xmlns:a16="http://schemas.microsoft.com/office/drawing/2014/main" id="{B013110A-6775-D464-31FD-FDBAADD05641}"/>
              </a:ext>
            </a:extLst>
          </p:cNvPr>
          <p:cNvSpPr>
            <a:spLocks noChangeArrowheads="1"/>
          </p:cNvSpPr>
          <p:nvPr/>
        </p:nvSpPr>
        <p:spPr bwMode="auto">
          <a:xfrm>
            <a:off x="6532344" y="254331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21">
            <a:extLst>
              <a:ext uri="{FF2B5EF4-FFF2-40B4-BE49-F238E27FC236}">
                <a16:creationId xmlns:a16="http://schemas.microsoft.com/office/drawing/2014/main" id="{83F0AEE7-33F4-32A7-AF5C-283DC5CD359D}"/>
              </a:ext>
            </a:extLst>
          </p:cNvPr>
          <p:cNvSpPr/>
          <p:nvPr/>
        </p:nvSpPr>
        <p:spPr>
          <a:xfrm>
            <a:off x="6835956" y="2227945"/>
            <a:ext cx="1941514" cy="2956948"/>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Rectangle 22">
            <a:extLst>
              <a:ext uri="{FF2B5EF4-FFF2-40B4-BE49-F238E27FC236}">
                <a16:creationId xmlns:a16="http://schemas.microsoft.com/office/drawing/2014/main" id="{6BF4AC5D-F27B-570E-3F5F-62805FD9CABA}"/>
              </a:ext>
            </a:extLst>
          </p:cNvPr>
          <p:cNvSpPr/>
          <p:nvPr/>
        </p:nvSpPr>
        <p:spPr>
          <a:xfrm>
            <a:off x="10125643" y="2275016"/>
            <a:ext cx="1790028" cy="2819371"/>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293012732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A7C7A-BBC2-C9B5-8599-288569D7D176}"/>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E81C6ABE-6A8D-68D3-2071-BAF89A51FFF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2E41DFD4-75B9-E230-63A4-8A92382630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4455A757-65DB-CBDA-9E79-5782E1AAD3B1}"/>
              </a:ext>
            </a:extLst>
          </p:cNvPr>
          <p:cNvSpPr txBox="1"/>
          <p:nvPr/>
        </p:nvSpPr>
        <p:spPr>
          <a:xfrm>
            <a:off x="11560629" y="6487886"/>
            <a:ext cx="671221" cy="369332"/>
          </a:xfrm>
          <a:prstGeom prst="rect">
            <a:avLst/>
          </a:prstGeom>
          <a:noFill/>
        </p:spPr>
        <p:txBody>
          <a:bodyPr wrap="square" rtlCol="0">
            <a:spAutoFit/>
          </a:bodyPr>
          <a:lstStyle/>
          <a:p>
            <a:r>
              <a:rPr lang="fr-FR" b="1" dirty="0">
                <a:solidFill>
                  <a:schemeClr val="bg2">
                    <a:lumMod val="50000"/>
                  </a:schemeClr>
                </a:solidFill>
              </a:rPr>
              <a:t>37</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832D2432-51FC-44F1-B89C-D0BDF24A4A78}"/>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3" name="Image 2">
            <a:extLst>
              <a:ext uri="{FF2B5EF4-FFF2-40B4-BE49-F238E27FC236}">
                <a16:creationId xmlns:a16="http://schemas.microsoft.com/office/drawing/2014/main" id="{D6BF3FFB-3E05-B139-6EB6-E3AF0AB673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7" name="Image 6">
            <a:extLst>
              <a:ext uri="{FF2B5EF4-FFF2-40B4-BE49-F238E27FC236}">
                <a16:creationId xmlns:a16="http://schemas.microsoft.com/office/drawing/2014/main" id="{CB5F8DD2-3517-3F07-340E-42A1EF04EA7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8" name="Image 7">
            <a:extLst>
              <a:ext uri="{FF2B5EF4-FFF2-40B4-BE49-F238E27FC236}">
                <a16:creationId xmlns:a16="http://schemas.microsoft.com/office/drawing/2014/main" id="{016CB876-4B60-223B-F844-D692D6F66E0E}"/>
              </a:ext>
            </a:extLst>
          </p:cNvPr>
          <p:cNvPicPr>
            <a:picLocks noChangeAspect="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9" name="Rectangle 8">
            <a:extLst>
              <a:ext uri="{FF2B5EF4-FFF2-40B4-BE49-F238E27FC236}">
                <a16:creationId xmlns:a16="http://schemas.microsoft.com/office/drawing/2014/main" id="{B63CDB6B-C233-C84B-2193-E4014C9AFC00}"/>
              </a:ext>
            </a:extLst>
          </p:cNvPr>
          <p:cNvSpPr/>
          <p:nvPr/>
        </p:nvSpPr>
        <p:spPr>
          <a:xfrm>
            <a:off x="308343" y="6052624"/>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mage 9" descr="Une image contenant fils électriques, Appareils électroniques, Ingénierie électronique, machine&#10;&#10;Le contenu généré par l’IA peut être incorrect.">
            <a:extLst>
              <a:ext uri="{FF2B5EF4-FFF2-40B4-BE49-F238E27FC236}">
                <a16:creationId xmlns:a16="http://schemas.microsoft.com/office/drawing/2014/main" id="{36B0A50D-673F-BB14-AD9D-2937A85E8F49}"/>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t="13426" b="16358"/>
          <a:stretch>
            <a:fillRect/>
          </a:stretch>
        </p:blipFill>
        <p:spPr bwMode="auto">
          <a:xfrm>
            <a:off x="632559" y="1881505"/>
            <a:ext cx="2512695" cy="3136900"/>
          </a:xfrm>
          <a:prstGeom prst="rect">
            <a:avLst/>
          </a:prstGeom>
          <a:ln>
            <a:noFill/>
          </a:ln>
          <a:extLst>
            <a:ext uri="{53640926-AAD7-44D8-BBD7-CCE9431645EC}">
              <a14:shadowObscured xmlns:a14="http://schemas.microsoft.com/office/drawing/2010/main"/>
            </a:ext>
          </a:extLst>
        </p:spPr>
      </p:pic>
      <p:pic>
        <p:nvPicPr>
          <p:cNvPr id="11" name="Image 10" descr="Une image contenant fils électriques, machine, Ingénierie électronique, fourniture d’électricité&#10;&#10;Le contenu généré par l’IA peut être incorrect.">
            <a:extLst>
              <a:ext uri="{FF2B5EF4-FFF2-40B4-BE49-F238E27FC236}">
                <a16:creationId xmlns:a16="http://schemas.microsoft.com/office/drawing/2014/main" id="{BB1B8E2E-AC6A-C5B3-5D07-0A61079E9310}"/>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063369" y="1868805"/>
            <a:ext cx="1771650" cy="3149600"/>
          </a:xfrm>
          <a:prstGeom prst="rect">
            <a:avLst/>
          </a:prstGeom>
        </p:spPr>
      </p:pic>
      <p:sp>
        <p:nvSpPr>
          <p:cNvPr id="12" name="Rectangle 11">
            <a:extLst>
              <a:ext uri="{FF2B5EF4-FFF2-40B4-BE49-F238E27FC236}">
                <a16:creationId xmlns:a16="http://schemas.microsoft.com/office/drawing/2014/main" id="{2F6D87C0-95A3-CF6C-BE7A-F5EF4D39F46F}"/>
              </a:ext>
            </a:extLst>
          </p:cNvPr>
          <p:cNvSpPr/>
          <p:nvPr/>
        </p:nvSpPr>
        <p:spPr>
          <a:xfrm>
            <a:off x="4064797" y="1868805"/>
            <a:ext cx="1770222" cy="3149600"/>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Rectangle 12">
            <a:extLst>
              <a:ext uri="{FF2B5EF4-FFF2-40B4-BE49-F238E27FC236}">
                <a16:creationId xmlns:a16="http://schemas.microsoft.com/office/drawing/2014/main" id="{A92D4DB2-7620-3929-90AA-DCE322C21855}"/>
              </a:ext>
            </a:extLst>
          </p:cNvPr>
          <p:cNvSpPr/>
          <p:nvPr/>
        </p:nvSpPr>
        <p:spPr>
          <a:xfrm>
            <a:off x="632558" y="1868805"/>
            <a:ext cx="2512695" cy="3149600"/>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14" name="Image 13" descr="Une image contenant texte, affichage, ordinateur, Appareil de présentation&#10;&#10;Le contenu généré par l’IA peut être incorrect.">
            <a:extLst>
              <a:ext uri="{FF2B5EF4-FFF2-40B4-BE49-F238E27FC236}">
                <a16:creationId xmlns:a16="http://schemas.microsoft.com/office/drawing/2014/main" id="{A161A90C-F240-4616-0C9C-5F2B6D2F6DC1}"/>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5983" r="8761" b="14150"/>
          <a:stretch>
            <a:fillRect/>
          </a:stretch>
        </p:blipFill>
        <p:spPr bwMode="auto">
          <a:xfrm>
            <a:off x="6704380" y="2014855"/>
            <a:ext cx="5067300" cy="2870200"/>
          </a:xfrm>
          <a:prstGeom prst="rect">
            <a:avLst/>
          </a:prstGeom>
          <a:ln>
            <a:noFill/>
          </a:ln>
          <a:extLst>
            <a:ext uri="{53640926-AAD7-44D8-BBD7-CCE9431645EC}">
              <a14:shadowObscured xmlns:a14="http://schemas.microsoft.com/office/drawing/2010/main"/>
            </a:ext>
          </a:extLst>
        </p:spPr>
      </p:pic>
      <p:sp>
        <p:nvSpPr>
          <p:cNvPr id="15" name="Rectangle 14">
            <a:extLst>
              <a:ext uri="{FF2B5EF4-FFF2-40B4-BE49-F238E27FC236}">
                <a16:creationId xmlns:a16="http://schemas.microsoft.com/office/drawing/2014/main" id="{93C9428B-F383-5E76-2EE6-9017108852AE}"/>
              </a:ext>
            </a:extLst>
          </p:cNvPr>
          <p:cNvSpPr/>
          <p:nvPr/>
        </p:nvSpPr>
        <p:spPr>
          <a:xfrm>
            <a:off x="6704379" y="2001240"/>
            <a:ext cx="5067299" cy="2883815"/>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6" name="Connecteur droit avec flèche 15">
            <a:extLst>
              <a:ext uri="{FF2B5EF4-FFF2-40B4-BE49-F238E27FC236}">
                <a16:creationId xmlns:a16="http://schemas.microsoft.com/office/drawing/2014/main" id="{2BDE4CAC-30BF-6A23-991C-0C2532FACE76}"/>
              </a:ext>
            </a:extLst>
          </p:cNvPr>
          <p:cNvCxnSpPr>
            <a:cxnSpLocks/>
          </p:cNvCxnSpPr>
          <p:nvPr/>
        </p:nvCxnSpPr>
        <p:spPr>
          <a:xfrm>
            <a:off x="3249759" y="3596501"/>
            <a:ext cx="70175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Connecteur droit avec flèche 17">
            <a:extLst>
              <a:ext uri="{FF2B5EF4-FFF2-40B4-BE49-F238E27FC236}">
                <a16:creationId xmlns:a16="http://schemas.microsoft.com/office/drawing/2014/main" id="{17BDA9D3-9B85-3ABF-BC40-EF407D5BC36D}"/>
              </a:ext>
            </a:extLst>
          </p:cNvPr>
          <p:cNvCxnSpPr>
            <a:cxnSpLocks/>
          </p:cNvCxnSpPr>
          <p:nvPr/>
        </p:nvCxnSpPr>
        <p:spPr>
          <a:xfrm>
            <a:off x="5916759" y="3596501"/>
            <a:ext cx="70175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19" name="Image 18"/>
          <p:cNvPicPr>
            <a:picLocks noChangeAspect="1"/>
          </p:cNvPicPr>
          <p:nvPr/>
        </p:nvPicPr>
        <p:blipFill>
          <a:blip r:embed="rId11"/>
          <a:stretch>
            <a:fillRect/>
          </a:stretch>
        </p:blipFill>
        <p:spPr>
          <a:xfrm>
            <a:off x="6873130" y="2014855"/>
            <a:ext cx="4540463" cy="2951878"/>
          </a:xfrm>
          <a:prstGeom prst="rect">
            <a:avLst/>
          </a:prstGeom>
        </p:spPr>
      </p:pic>
    </p:spTree>
    <p:extLst>
      <p:ext uri="{BB962C8B-B14F-4D97-AF65-F5344CB8AC3E}">
        <p14:creationId xmlns:p14="http://schemas.microsoft.com/office/powerpoint/2010/main" val="157241605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D8C8C-BA4A-D6F9-8EFA-C1771FF06EAA}"/>
            </a:ext>
          </a:extLst>
        </p:cNvPr>
        <p:cNvGrpSpPr/>
        <p:nvPr/>
      </p:nvGrpSpPr>
      <p:grpSpPr>
        <a:xfrm>
          <a:off x="0" y="0"/>
          <a:ext cx="0" cy="0"/>
          <a:chOff x="0" y="0"/>
          <a:chExt cx="0" cy="0"/>
        </a:xfrm>
      </p:grpSpPr>
      <p:pic>
        <p:nvPicPr>
          <p:cNvPr id="15" name="Image 14" descr="Une image contenant capture d’écran, ligne, clipart, symbole&#10;&#10;Le contenu généré par l’IA peut être incorrect.">
            <a:extLst>
              <a:ext uri="{FF2B5EF4-FFF2-40B4-BE49-F238E27FC236}">
                <a16:creationId xmlns:a16="http://schemas.microsoft.com/office/drawing/2014/main" id="{832D93A0-378E-4AFC-0196-0F3A50618EC8}"/>
              </a:ext>
            </a:extLst>
          </p:cNvPr>
          <p:cNvPicPr>
            <a:picLocks noChangeAspect="1"/>
          </p:cNvPicPr>
          <p:nvPr/>
        </p:nvPicPr>
        <p:blipFill>
          <a:blip r:embed="rId2"/>
          <a:stretch>
            <a:fillRect/>
          </a:stretch>
        </p:blipFill>
        <p:spPr>
          <a:xfrm>
            <a:off x="10705381" y="2876909"/>
            <a:ext cx="1046673" cy="1089804"/>
          </a:xfrm>
          <a:prstGeom prst="rect">
            <a:avLst/>
          </a:prstGeom>
          <a:ln>
            <a:noFill/>
          </a:ln>
        </p:spPr>
      </p:pic>
      <p:sp>
        <p:nvSpPr>
          <p:cNvPr id="16" name="Rectangle : coins arrondis 15">
            <a:extLst>
              <a:ext uri="{FF2B5EF4-FFF2-40B4-BE49-F238E27FC236}">
                <a16:creationId xmlns:a16="http://schemas.microsoft.com/office/drawing/2014/main" id="{20D1C28A-EDEF-A0D5-71E8-32F46117D553}"/>
              </a:ext>
            </a:extLst>
          </p:cNvPr>
          <p:cNvSpPr/>
          <p:nvPr/>
        </p:nvSpPr>
        <p:spPr>
          <a:xfrm>
            <a:off x="6934200" y="3886200"/>
            <a:ext cx="4937760" cy="1203960"/>
          </a:xfrm>
          <a:prstGeom prst="roundRect">
            <a:avLst/>
          </a:prstGeom>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fr-FR"/>
          </a:p>
        </p:txBody>
      </p:sp>
      <p:pic>
        <p:nvPicPr>
          <p:cNvPr id="4" name="Image 3">
            <a:extLst>
              <a:ext uri="{FF2B5EF4-FFF2-40B4-BE49-F238E27FC236}">
                <a16:creationId xmlns:a16="http://schemas.microsoft.com/office/drawing/2014/main" id="{2236E6F3-16CA-5222-2E76-EA8C804B2C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B16A2761-756B-AE54-7873-3C10A6B6CC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CB851731-0363-9CF3-0EF4-812A359639DC}"/>
              </a:ext>
            </a:extLst>
          </p:cNvPr>
          <p:cNvSpPr txBox="1"/>
          <p:nvPr/>
        </p:nvSpPr>
        <p:spPr>
          <a:xfrm>
            <a:off x="11560629" y="6487886"/>
            <a:ext cx="671221" cy="369332"/>
          </a:xfrm>
          <a:prstGeom prst="rect">
            <a:avLst/>
          </a:prstGeom>
          <a:noFill/>
        </p:spPr>
        <p:txBody>
          <a:bodyPr wrap="square" rtlCol="0">
            <a:spAutoFit/>
          </a:bodyPr>
          <a:lstStyle/>
          <a:p>
            <a:r>
              <a:rPr lang="fr-FR" b="1" dirty="0">
                <a:solidFill>
                  <a:schemeClr val="bg2">
                    <a:lumMod val="50000"/>
                  </a:schemeClr>
                </a:solidFill>
              </a:rPr>
              <a:t>38</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19262DA3-41F5-2FB9-97CA-802EF0214FD8}"/>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3" name="Image 2">
            <a:extLst>
              <a:ext uri="{FF2B5EF4-FFF2-40B4-BE49-F238E27FC236}">
                <a16:creationId xmlns:a16="http://schemas.microsoft.com/office/drawing/2014/main" id="{7F8E39A2-7303-7DD8-E5AA-0D0DD2A6705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7" name="Image 6">
            <a:extLst>
              <a:ext uri="{FF2B5EF4-FFF2-40B4-BE49-F238E27FC236}">
                <a16:creationId xmlns:a16="http://schemas.microsoft.com/office/drawing/2014/main" id="{33483998-5B88-8EEA-2936-C05C845F1EEC}"/>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8" name="Image 7">
            <a:extLst>
              <a:ext uri="{FF2B5EF4-FFF2-40B4-BE49-F238E27FC236}">
                <a16:creationId xmlns:a16="http://schemas.microsoft.com/office/drawing/2014/main" id="{4EFDE14D-5150-DC2B-563D-FCA7F39E2FD3}"/>
              </a:ext>
            </a:extLst>
          </p:cNvPr>
          <p:cNvPicPr>
            <a:picLocks noChangeAspect="1"/>
          </p:cNvPicPr>
          <p:nvPr/>
        </p:nvPicPr>
        <p:blipFill>
          <a:blip r:embed="rId8"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9" name="Rectangle 8">
            <a:extLst>
              <a:ext uri="{FF2B5EF4-FFF2-40B4-BE49-F238E27FC236}">
                <a16:creationId xmlns:a16="http://schemas.microsoft.com/office/drawing/2014/main" id="{5D2309A2-4E2D-368F-228B-E2B4F054096C}"/>
              </a:ext>
            </a:extLst>
          </p:cNvPr>
          <p:cNvSpPr/>
          <p:nvPr/>
        </p:nvSpPr>
        <p:spPr>
          <a:xfrm>
            <a:off x="308343" y="6052624"/>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ZoneTexte 10">
            <a:extLst>
              <a:ext uri="{FF2B5EF4-FFF2-40B4-BE49-F238E27FC236}">
                <a16:creationId xmlns:a16="http://schemas.microsoft.com/office/drawing/2014/main" id="{F1794F71-634C-9918-9A1B-0B61249BF7E9}"/>
              </a:ext>
            </a:extLst>
          </p:cNvPr>
          <p:cNvSpPr txBox="1"/>
          <p:nvPr/>
        </p:nvSpPr>
        <p:spPr>
          <a:xfrm>
            <a:off x="4810664" y="1489495"/>
            <a:ext cx="19236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400" u="sng" dirty="0">
                <a:solidFill>
                  <a:srgbClr val="0F4761"/>
                </a:solidFill>
                <a:latin typeface="Britannic Bold"/>
              </a:rPr>
              <a:t>Conclusion :</a:t>
            </a:r>
            <a:endParaRPr lang="fr-FR" dirty="0"/>
          </a:p>
        </p:txBody>
      </p:sp>
      <p:sp>
        <p:nvSpPr>
          <p:cNvPr id="12" name="ZoneTexte 11">
            <a:extLst>
              <a:ext uri="{FF2B5EF4-FFF2-40B4-BE49-F238E27FC236}">
                <a16:creationId xmlns:a16="http://schemas.microsoft.com/office/drawing/2014/main" id="{D427D983-FA4D-B1D1-2A78-949561A5C273}"/>
              </a:ext>
            </a:extLst>
          </p:cNvPr>
          <p:cNvSpPr txBox="1"/>
          <p:nvPr/>
        </p:nvSpPr>
        <p:spPr>
          <a:xfrm>
            <a:off x="807720" y="2331720"/>
            <a:ext cx="1019556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dirty="0"/>
              <a:t>Dans un premier temps je tiens à remercier Steve BOUDAL, pour m'avoir intégré dans son équipe et m'avoir fait découvrir le monde de l'éolien chez NORDEX.</a:t>
            </a:r>
          </a:p>
          <a:p>
            <a:endParaRPr lang="fr-FR" dirty="0"/>
          </a:p>
          <a:p>
            <a:r>
              <a:rPr lang="fr-FR" dirty="0"/>
              <a:t> - Formation</a:t>
            </a:r>
          </a:p>
          <a:p>
            <a:r>
              <a:rPr lang="fr-FR" dirty="0"/>
              <a:t> - Maintenance</a:t>
            </a:r>
          </a:p>
          <a:p>
            <a:r>
              <a:rPr lang="fr-FR" dirty="0"/>
              <a:t> - Dépannage </a:t>
            </a:r>
          </a:p>
        </p:txBody>
      </p:sp>
      <p:sp>
        <p:nvSpPr>
          <p:cNvPr id="14" name="ZoneTexte 13">
            <a:extLst>
              <a:ext uri="{FF2B5EF4-FFF2-40B4-BE49-F238E27FC236}">
                <a16:creationId xmlns:a16="http://schemas.microsoft.com/office/drawing/2014/main" id="{FA1E5C84-95ED-13F1-DD97-D745462DE13B}"/>
              </a:ext>
            </a:extLst>
          </p:cNvPr>
          <p:cNvSpPr txBox="1"/>
          <p:nvPr/>
        </p:nvSpPr>
        <p:spPr>
          <a:xfrm>
            <a:off x="6956341" y="3886200"/>
            <a:ext cx="481871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fr-FR" b="1" i="1" dirty="0"/>
              <a:t>"Le travail d'équipe est une palette de couleurs vives, ou chaque membre apporte sa teinte unique pour créer une œuvre d’art époustouflante"</a:t>
            </a:r>
            <a:r>
              <a:rPr lang="fr-FR" dirty="0"/>
              <a:t> Marie CURIE</a:t>
            </a:r>
          </a:p>
        </p:txBody>
      </p:sp>
      <p:pic>
        <p:nvPicPr>
          <p:cNvPr id="17" name="Image 16" descr="Une image contenant moulin à vent&#10;&#10;Le contenu généré par l’IA peut être incorrect.">
            <a:extLst>
              <a:ext uri="{FF2B5EF4-FFF2-40B4-BE49-F238E27FC236}">
                <a16:creationId xmlns:a16="http://schemas.microsoft.com/office/drawing/2014/main" id="{BC184133-382F-5EE2-A85C-31B2E954EB73}"/>
              </a:ext>
            </a:extLst>
          </p:cNvPr>
          <p:cNvPicPr>
            <a:picLocks noChangeAspect="1"/>
          </p:cNvPicPr>
          <p:nvPr/>
        </p:nvPicPr>
        <p:blipFill>
          <a:blip r:embed="rId9"/>
          <a:stretch>
            <a:fillRect/>
          </a:stretch>
        </p:blipFill>
        <p:spPr>
          <a:xfrm>
            <a:off x="3142891" y="3426066"/>
            <a:ext cx="2239992" cy="2162472"/>
          </a:xfrm>
          <a:prstGeom prst="rect">
            <a:avLst/>
          </a:prstGeom>
        </p:spPr>
      </p:pic>
      <p:pic>
        <p:nvPicPr>
          <p:cNvPr id="18" name="Image 17"/>
          <p:cNvPicPr>
            <a:picLocks noChangeAspect="1"/>
          </p:cNvPicPr>
          <p:nvPr/>
        </p:nvPicPr>
        <p:blipFill>
          <a:blip r:embed="rId10"/>
          <a:stretch>
            <a:fillRect/>
          </a:stretch>
        </p:blipFill>
        <p:spPr>
          <a:xfrm>
            <a:off x="4149047" y="2231225"/>
            <a:ext cx="956393" cy="621777"/>
          </a:xfrm>
          <a:prstGeom prst="rect">
            <a:avLst/>
          </a:prstGeom>
        </p:spPr>
      </p:pic>
    </p:spTree>
    <p:extLst>
      <p:ext uri="{BB962C8B-B14F-4D97-AF65-F5344CB8AC3E}">
        <p14:creationId xmlns:p14="http://schemas.microsoft.com/office/powerpoint/2010/main" val="417892749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D8C8C-BA4A-D6F9-8EFA-C1771FF06EAA}"/>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236E6F3-16CA-5222-2E76-EA8C804B2CD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2593" y="993094"/>
            <a:ext cx="2496185" cy="365125"/>
          </a:xfrm>
          <a:prstGeom prst="rect">
            <a:avLst/>
          </a:prstGeom>
          <a:noFill/>
          <a:ln>
            <a:noFill/>
          </a:ln>
        </p:spPr>
      </p:pic>
      <p:pic>
        <p:nvPicPr>
          <p:cNvPr id="5" name="Image 4">
            <a:extLst>
              <a:ext uri="{FF2B5EF4-FFF2-40B4-BE49-F238E27FC236}">
                <a16:creationId xmlns:a16="http://schemas.microsoft.com/office/drawing/2014/main" id="{B16A2761-756B-AE54-7873-3C10A6B6CC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50" y="0"/>
            <a:ext cx="12271700" cy="1099457"/>
          </a:xfrm>
          <a:prstGeom prst="rect">
            <a:avLst/>
          </a:prstGeom>
          <a:ln>
            <a:noFill/>
          </a:ln>
          <a:effectLst>
            <a:reflection stA="44000" endPos="59000" dir="5400000" sy="-100000" algn="bl" rotWithShape="0"/>
            <a:softEdge rad="112500"/>
          </a:effectLst>
        </p:spPr>
      </p:pic>
      <p:sp>
        <p:nvSpPr>
          <p:cNvPr id="6" name="ZoneTexte 5">
            <a:extLst>
              <a:ext uri="{FF2B5EF4-FFF2-40B4-BE49-F238E27FC236}">
                <a16:creationId xmlns:a16="http://schemas.microsoft.com/office/drawing/2014/main" id="{CB851731-0363-9CF3-0EF4-812A359639DC}"/>
              </a:ext>
            </a:extLst>
          </p:cNvPr>
          <p:cNvSpPr txBox="1"/>
          <p:nvPr/>
        </p:nvSpPr>
        <p:spPr>
          <a:xfrm>
            <a:off x="11560629" y="6487886"/>
            <a:ext cx="671221" cy="369332"/>
          </a:xfrm>
          <a:prstGeom prst="rect">
            <a:avLst/>
          </a:prstGeom>
          <a:noFill/>
        </p:spPr>
        <p:txBody>
          <a:bodyPr wrap="square" rtlCol="0">
            <a:spAutoFit/>
          </a:bodyPr>
          <a:lstStyle/>
          <a:p>
            <a:r>
              <a:rPr lang="fr-FR" b="1" dirty="0">
                <a:solidFill>
                  <a:schemeClr val="bg2">
                    <a:lumMod val="50000"/>
                  </a:schemeClr>
                </a:solidFill>
              </a:rPr>
              <a:t>39</a:t>
            </a:r>
            <a:endParaRPr lang="en-US" b="1" dirty="0">
              <a:solidFill>
                <a:schemeClr val="bg2">
                  <a:lumMod val="50000"/>
                </a:schemeClr>
              </a:solidFill>
            </a:endParaRPr>
          </a:p>
        </p:txBody>
      </p:sp>
      <p:pic>
        <p:nvPicPr>
          <p:cNvPr id="2" name="Image 1">
            <a:extLst>
              <a:ext uri="{FF2B5EF4-FFF2-40B4-BE49-F238E27FC236}">
                <a16:creationId xmlns:a16="http://schemas.microsoft.com/office/drawing/2014/main" id="{19262DA3-41F5-2FB9-97CA-802EF0214FD8}"/>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95845" y="6252298"/>
            <a:ext cx="1790700" cy="422910"/>
          </a:xfrm>
          <a:prstGeom prst="rect">
            <a:avLst/>
          </a:prstGeom>
        </p:spPr>
      </p:pic>
      <p:pic>
        <p:nvPicPr>
          <p:cNvPr id="3" name="Image 2">
            <a:extLst>
              <a:ext uri="{FF2B5EF4-FFF2-40B4-BE49-F238E27FC236}">
                <a16:creationId xmlns:a16="http://schemas.microsoft.com/office/drawing/2014/main" id="{7F8E39A2-7303-7DD8-E5AA-0D0DD2A670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4099" y="6226898"/>
            <a:ext cx="972185" cy="473710"/>
          </a:xfrm>
          <a:prstGeom prst="rect">
            <a:avLst/>
          </a:prstGeom>
        </p:spPr>
      </p:pic>
      <p:pic>
        <p:nvPicPr>
          <p:cNvPr id="7" name="Image 6">
            <a:extLst>
              <a:ext uri="{FF2B5EF4-FFF2-40B4-BE49-F238E27FC236}">
                <a16:creationId xmlns:a16="http://schemas.microsoft.com/office/drawing/2014/main" id="{33483998-5B88-8EEA-2936-C05C845F1EEC}"/>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00946" y="6124885"/>
            <a:ext cx="1375575" cy="619094"/>
          </a:xfrm>
          <a:prstGeom prst="rect">
            <a:avLst/>
          </a:prstGeom>
          <a:noFill/>
        </p:spPr>
      </p:pic>
      <p:pic>
        <p:nvPicPr>
          <p:cNvPr id="8" name="Image 7">
            <a:extLst>
              <a:ext uri="{FF2B5EF4-FFF2-40B4-BE49-F238E27FC236}">
                <a16:creationId xmlns:a16="http://schemas.microsoft.com/office/drawing/2014/main" id="{4EFDE14D-5150-DC2B-563D-FCA7F39E2FD3}"/>
              </a:ext>
            </a:extLst>
          </p:cNvPr>
          <p:cNvPicPr>
            <a:picLocks noChangeAspect="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840685" y="6044232"/>
            <a:ext cx="1231900" cy="708025"/>
          </a:xfrm>
          <a:prstGeom prst="rect">
            <a:avLst/>
          </a:prstGeom>
          <a:noFill/>
        </p:spPr>
      </p:pic>
      <p:sp>
        <p:nvSpPr>
          <p:cNvPr id="9" name="Rectangle 8">
            <a:extLst>
              <a:ext uri="{FF2B5EF4-FFF2-40B4-BE49-F238E27FC236}">
                <a16:creationId xmlns:a16="http://schemas.microsoft.com/office/drawing/2014/main" id="{5D2309A2-4E2D-368F-228B-E2B4F054096C}"/>
              </a:ext>
            </a:extLst>
          </p:cNvPr>
          <p:cNvSpPr/>
          <p:nvPr/>
        </p:nvSpPr>
        <p:spPr>
          <a:xfrm>
            <a:off x="308343" y="6052624"/>
            <a:ext cx="10909005" cy="708025"/>
          </a:xfrm>
          <a:prstGeom prst="rect">
            <a:avLst/>
          </a:prstGeom>
          <a:solidFill>
            <a:schemeClr val="bg1">
              <a:alpha val="6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Image 16" descr="Une image contenant moulin à vent&#10;&#10;Le contenu généré par l’IA peut être incorrect.">
            <a:extLst>
              <a:ext uri="{FF2B5EF4-FFF2-40B4-BE49-F238E27FC236}">
                <a16:creationId xmlns:a16="http://schemas.microsoft.com/office/drawing/2014/main" id="{BC184133-382F-5EE2-A85C-31B2E954EB73}"/>
              </a:ext>
            </a:extLst>
          </p:cNvPr>
          <p:cNvPicPr>
            <a:picLocks noChangeAspect="1"/>
          </p:cNvPicPr>
          <p:nvPr/>
        </p:nvPicPr>
        <p:blipFill>
          <a:blip r:embed="rId8"/>
          <a:stretch>
            <a:fillRect/>
          </a:stretch>
        </p:blipFill>
        <p:spPr>
          <a:xfrm>
            <a:off x="8977356" y="2763484"/>
            <a:ext cx="2239992" cy="2162472"/>
          </a:xfrm>
          <a:prstGeom prst="rect">
            <a:avLst/>
          </a:prstGeom>
        </p:spPr>
      </p:pic>
      <p:sp>
        <p:nvSpPr>
          <p:cNvPr id="10" name="ZoneTexte 9">
            <a:extLst>
              <a:ext uri="{FF2B5EF4-FFF2-40B4-BE49-F238E27FC236}">
                <a16:creationId xmlns:a16="http://schemas.microsoft.com/office/drawing/2014/main" id="{95FAA53C-7CFD-648E-72A2-862CC5DD7349}"/>
              </a:ext>
            </a:extLst>
          </p:cNvPr>
          <p:cNvSpPr txBox="1"/>
          <p:nvPr/>
        </p:nvSpPr>
        <p:spPr>
          <a:xfrm>
            <a:off x="1563239" y="2412760"/>
            <a:ext cx="7159301" cy="2585323"/>
          </a:xfrm>
          <a:prstGeom prst="rect">
            <a:avLst/>
          </a:prstGeom>
          <a:noFill/>
        </p:spPr>
        <p:txBody>
          <a:bodyPr wrap="square" rtlCol="0">
            <a:spAutoFit/>
          </a:bodyPr>
          <a:lstStyle/>
          <a:p>
            <a:pPr algn="ctr"/>
            <a:r>
              <a:rPr lang="fr-FR" sz="5400" b="1" dirty="0">
                <a:solidFill>
                  <a:schemeClr val="accent1"/>
                </a:solidFill>
                <a:latin typeface="Amasis MT Pro Black" panose="020F0502020204030204" pitchFamily="18" charset="0"/>
              </a:rPr>
              <a:t>MERCI A TOUS POUR VOTRE ATTENTION </a:t>
            </a:r>
            <a:endParaRPr lang="en-US" sz="5400" b="1" dirty="0">
              <a:solidFill>
                <a:schemeClr val="accent1"/>
              </a:solidFill>
              <a:latin typeface="Amasis MT Pro Black" panose="020F0502020204030204" pitchFamily="18" charset="0"/>
            </a:endParaRPr>
          </a:p>
        </p:txBody>
      </p:sp>
      <p:cxnSp>
        <p:nvCxnSpPr>
          <p:cNvPr id="12" name="Connecteur droit 11">
            <a:extLst>
              <a:ext uri="{FF2B5EF4-FFF2-40B4-BE49-F238E27FC236}">
                <a16:creationId xmlns:a16="http://schemas.microsoft.com/office/drawing/2014/main" id="{F1EAFBCA-697F-654A-617D-AFE5EF07F429}"/>
              </a:ext>
            </a:extLst>
          </p:cNvPr>
          <p:cNvCxnSpPr>
            <a:cxnSpLocks/>
          </p:cNvCxnSpPr>
          <p:nvPr/>
        </p:nvCxnSpPr>
        <p:spPr>
          <a:xfrm>
            <a:off x="4316895" y="2412760"/>
            <a:ext cx="141514" cy="156269"/>
          </a:xfrm>
          <a:prstGeom prst="line">
            <a:avLst/>
          </a:prstGeom>
          <a:ln w="762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27907779"/>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448</Words>
  <Application>Microsoft Office PowerPoint</Application>
  <PresentationFormat>Grand écran</PresentationFormat>
  <Paragraphs>158</Paragraphs>
  <Slides>39</Slides>
  <Notes>0</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39</vt:i4>
      </vt:variant>
    </vt:vector>
  </HeadingPairs>
  <TitlesOfParts>
    <vt:vector size="49" baseType="lpstr">
      <vt:lpstr>72 Black</vt:lpstr>
      <vt:lpstr>Amasis MT Pro Black</vt:lpstr>
      <vt:lpstr>Aptos</vt:lpstr>
      <vt:lpstr>Aptos Display</vt:lpstr>
      <vt:lpstr>Arial</vt:lpstr>
      <vt:lpstr>Britannic Bold</vt:lpstr>
      <vt:lpstr>Calibri</vt:lpstr>
      <vt:lpstr>Times New Roman</vt:lpstr>
      <vt:lpstr>Verdana</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Rose, Floryan</dc:creator>
  <cp:lastModifiedBy>Etudiants</cp:lastModifiedBy>
  <cp:revision>120</cp:revision>
  <dcterms:created xsi:type="dcterms:W3CDTF">2025-05-19T06:40:46Z</dcterms:created>
  <dcterms:modified xsi:type="dcterms:W3CDTF">2026-01-29T15:24:46Z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7c7c4d0-7f4d-470f-a7e6-7da20d81509c_Enabled">
    <vt:lpwstr>true</vt:lpwstr>
  </property>
  <property fmtid="{D5CDD505-2E9C-101B-9397-08002B2CF9AE}" pid="3" name="MSIP_Label_97c7c4d0-7f4d-470f-a7e6-7da20d81509c_SetDate">
    <vt:lpwstr>2025-05-19T07:09:01Z</vt:lpwstr>
  </property>
  <property fmtid="{D5CDD505-2E9C-101B-9397-08002B2CF9AE}" pid="4" name="MSIP_Label_97c7c4d0-7f4d-470f-a7e6-7da20d81509c_Method">
    <vt:lpwstr>Standard</vt:lpwstr>
  </property>
  <property fmtid="{D5CDD505-2E9C-101B-9397-08002B2CF9AE}" pid="5" name="MSIP_Label_97c7c4d0-7f4d-470f-a7e6-7da20d81509c_Name">
    <vt:lpwstr>97c7c4d0-7f4d-470f-a7e6-7da20d81509c</vt:lpwstr>
  </property>
  <property fmtid="{D5CDD505-2E9C-101B-9397-08002B2CF9AE}" pid="6" name="MSIP_Label_97c7c4d0-7f4d-470f-a7e6-7da20d81509c_SiteId">
    <vt:lpwstr>040d9c77-e8cc-4af3-9c44-1d24173c45b3</vt:lpwstr>
  </property>
  <property fmtid="{D5CDD505-2E9C-101B-9397-08002B2CF9AE}" pid="7" name="MSIP_Label_97c7c4d0-7f4d-470f-a7e6-7da20d81509c_ActionId">
    <vt:lpwstr>6e62c992-5221-4e37-a5dc-e670d2eeacc1</vt:lpwstr>
  </property>
  <property fmtid="{D5CDD505-2E9C-101B-9397-08002B2CF9AE}" pid="8" name="MSIP_Label_97c7c4d0-7f4d-470f-a7e6-7da20d81509c_ContentBits">
    <vt:lpwstr>1</vt:lpwstr>
  </property>
  <property fmtid="{D5CDD505-2E9C-101B-9397-08002B2CF9AE}" pid="9" name="MSIP_Label_97c7c4d0-7f4d-470f-a7e6-7da20d81509c_Tag">
    <vt:lpwstr>10, 3, 0, 1</vt:lpwstr>
  </property>
  <property fmtid="{D5CDD505-2E9C-101B-9397-08002B2CF9AE}" pid="10" name="ClassificationContentMarkingHeaderLocations">
    <vt:lpwstr>Thème Office:8</vt:lpwstr>
  </property>
  <property fmtid="{D5CDD505-2E9C-101B-9397-08002B2CF9AE}" pid="11" name="ClassificationContentMarkingHeaderText">
    <vt:lpwstr>Classification: Internal Purpose</vt:lpwstr>
  </property>
</Properties>
</file>